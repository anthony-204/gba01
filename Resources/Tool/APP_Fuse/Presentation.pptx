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sldIdLst>
    <p:sldId id="256" r:id="rId4"/>
    <p:sldId id="262" r:id="rId5"/>
    <p:sldId id="257"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CE69BE-F3C1-42A5-A3EB-5944E702D684}" v="1" dt="2024-10-21T04:44:57.2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46" autoAdjust="0"/>
    <p:restoredTop sz="94660"/>
  </p:normalViewPr>
  <p:slideViewPr>
    <p:cSldViewPr snapToGrid="0">
      <p:cViewPr varScale="1">
        <p:scale>
          <a:sx n="87" d="100"/>
          <a:sy n="87" d="100"/>
        </p:scale>
        <p:origin x="60" y="7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6/11/relationships/changesInfo" Target="changesInfos/changesInfo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s Gardner" userId="96ba7376-2db1-491a-a538-e1cb4dd87974" providerId="ADAL" clId="{9FCE69BE-F3C1-42A5-A3EB-5944E702D684}"/>
    <pc:docChg chg="modSld">
      <pc:chgData name="Nicholas Gardner" userId="96ba7376-2db1-491a-a538-e1cb4dd87974" providerId="ADAL" clId="{9FCE69BE-F3C1-42A5-A3EB-5944E702D684}" dt="2024-10-22T02:06:52.917" v="6" actId="1076"/>
      <pc:docMkLst>
        <pc:docMk/>
      </pc:docMkLst>
      <pc:sldChg chg="addSp modSp mod">
        <pc:chgData name="Nicholas Gardner" userId="96ba7376-2db1-491a-a538-e1cb4dd87974" providerId="ADAL" clId="{9FCE69BE-F3C1-42A5-A3EB-5944E702D684}" dt="2024-10-21T04:56:13.270" v="5" actId="1076"/>
        <pc:sldMkLst>
          <pc:docMk/>
          <pc:sldMk cId="702960028" sldId="257"/>
        </pc:sldMkLst>
        <pc:spChg chg="mod">
          <ac:chgData name="Nicholas Gardner" userId="96ba7376-2db1-491a-a538-e1cb4dd87974" providerId="ADAL" clId="{9FCE69BE-F3C1-42A5-A3EB-5944E702D684}" dt="2024-10-21T04:44:57.240" v="4" actId="164"/>
          <ac:spMkLst>
            <pc:docMk/>
            <pc:sldMk cId="702960028" sldId="257"/>
            <ac:spMk id="4" creationId="{B2607C73-BCD3-C251-2EB1-EBB0E13036AD}"/>
          </ac:spMkLst>
        </pc:spChg>
        <pc:spChg chg="mod">
          <ac:chgData name="Nicholas Gardner" userId="96ba7376-2db1-491a-a538-e1cb4dd87974" providerId="ADAL" clId="{9FCE69BE-F3C1-42A5-A3EB-5944E702D684}" dt="2024-10-21T04:44:57.240" v="4" actId="164"/>
          <ac:spMkLst>
            <pc:docMk/>
            <pc:sldMk cId="702960028" sldId="257"/>
            <ac:spMk id="5" creationId="{1B7286F1-4E70-0806-D408-D26FDAEF073A}"/>
          </ac:spMkLst>
        </pc:spChg>
        <pc:spChg chg="mod">
          <ac:chgData name="Nicholas Gardner" userId="96ba7376-2db1-491a-a538-e1cb4dd87974" providerId="ADAL" clId="{9FCE69BE-F3C1-42A5-A3EB-5944E702D684}" dt="2024-10-21T04:44:57.240" v="4" actId="164"/>
          <ac:spMkLst>
            <pc:docMk/>
            <pc:sldMk cId="702960028" sldId="257"/>
            <ac:spMk id="7" creationId="{8742E5A9-76C8-F70F-BE77-9DAF3DBCEE30}"/>
          </ac:spMkLst>
        </pc:spChg>
        <pc:spChg chg="mod">
          <ac:chgData name="Nicholas Gardner" userId="96ba7376-2db1-491a-a538-e1cb4dd87974" providerId="ADAL" clId="{9FCE69BE-F3C1-42A5-A3EB-5944E702D684}" dt="2024-10-21T04:56:13.270" v="5" actId="1076"/>
          <ac:spMkLst>
            <pc:docMk/>
            <pc:sldMk cId="702960028" sldId="257"/>
            <ac:spMk id="14" creationId="{2D50594E-D2B4-E7B5-1C66-47F3094A51BF}"/>
          </ac:spMkLst>
        </pc:spChg>
        <pc:grpChg chg="add mod">
          <ac:chgData name="Nicholas Gardner" userId="96ba7376-2db1-491a-a538-e1cb4dd87974" providerId="ADAL" clId="{9FCE69BE-F3C1-42A5-A3EB-5944E702D684}" dt="2024-10-21T04:44:57.240" v="4" actId="164"/>
          <ac:grpSpMkLst>
            <pc:docMk/>
            <pc:sldMk cId="702960028" sldId="257"/>
            <ac:grpSpMk id="8" creationId="{F26638B9-855C-F56C-9511-86F88CF1B875}"/>
          </ac:grpSpMkLst>
        </pc:grpChg>
        <pc:picChg chg="mod">
          <ac:chgData name="Nicholas Gardner" userId="96ba7376-2db1-491a-a538-e1cb4dd87974" providerId="ADAL" clId="{9FCE69BE-F3C1-42A5-A3EB-5944E702D684}" dt="2024-10-21T04:44:57.240" v="4" actId="164"/>
          <ac:picMkLst>
            <pc:docMk/>
            <pc:sldMk cId="702960028" sldId="257"/>
            <ac:picMk id="2049" creationId="{1CD1803B-5CC6-5BD3-3BC4-EA1E7D7185CA}"/>
          </ac:picMkLst>
        </pc:picChg>
        <pc:cxnChg chg="mod">
          <ac:chgData name="Nicholas Gardner" userId="96ba7376-2db1-491a-a538-e1cb4dd87974" providerId="ADAL" clId="{9FCE69BE-F3C1-42A5-A3EB-5944E702D684}" dt="2024-10-21T04:44:57.240" v="4" actId="164"/>
          <ac:cxnSpMkLst>
            <pc:docMk/>
            <pc:sldMk cId="702960028" sldId="257"/>
            <ac:cxnSpMk id="3" creationId="{0A02BD0C-9DDA-AD61-103D-593813C529CC}"/>
          </ac:cxnSpMkLst>
        </pc:cxnChg>
        <pc:cxnChg chg="mod">
          <ac:chgData name="Nicholas Gardner" userId="96ba7376-2db1-491a-a538-e1cb4dd87974" providerId="ADAL" clId="{9FCE69BE-F3C1-42A5-A3EB-5944E702D684}" dt="2024-10-21T04:44:57.240" v="4" actId="164"/>
          <ac:cxnSpMkLst>
            <pc:docMk/>
            <pc:sldMk cId="702960028" sldId="257"/>
            <ac:cxnSpMk id="6" creationId="{D8729D75-B216-8EE5-5291-10E4A8A93DF5}"/>
          </ac:cxnSpMkLst>
        </pc:cxnChg>
        <pc:cxnChg chg="add">
          <ac:chgData name="Nicholas Gardner" userId="96ba7376-2db1-491a-a538-e1cb4dd87974" providerId="ADAL" clId="{9FCE69BE-F3C1-42A5-A3EB-5944E702D684}" dt="2024-10-18T04:28:00.148" v="1" actId="11529"/>
          <ac:cxnSpMkLst>
            <pc:docMk/>
            <pc:sldMk cId="702960028" sldId="257"/>
            <ac:cxnSpMk id="9" creationId="{FACD3EC2-7C41-79D2-B6CB-43D37C98FF7C}"/>
          </ac:cxnSpMkLst>
        </pc:cxnChg>
        <pc:cxnChg chg="mod">
          <ac:chgData name="Nicholas Gardner" userId="96ba7376-2db1-491a-a538-e1cb4dd87974" providerId="ADAL" clId="{9FCE69BE-F3C1-42A5-A3EB-5944E702D684}" dt="2024-10-21T04:44:57.240" v="4" actId="164"/>
          <ac:cxnSpMkLst>
            <pc:docMk/>
            <pc:sldMk cId="702960028" sldId="257"/>
            <ac:cxnSpMk id="17" creationId="{84DA048E-670C-6327-51D9-4661A84F6760}"/>
          </ac:cxnSpMkLst>
        </pc:cxnChg>
      </pc:sldChg>
      <pc:sldChg chg="modSp mod">
        <pc:chgData name="Nicholas Gardner" userId="96ba7376-2db1-491a-a538-e1cb4dd87974" providerId="ADAL" clId="{9FCE69BE-F3C1-42A5-A3EB-5944E702D684}" dt="2024-10-18T04:25:58.968" v="0" actId="14100"/>
        <pc:sldMkLst>
          <pc:docMk/>
          <pc:sldMk cId="83108825" sldId="258"/>
        </pc:sldMkLst>
        <pc:cxnChg chg="mod">
          <ac:chgData name="Nicholas Gardner" userId="96ba7376-2db1-491a-a538-e1cb4dd87974" providerId="ADAL" clId="{9FCE69BE-F3C1-42A5-A3EB-5944E702D684}" dt="2024-10-18T04:25:58.968" v="0" actId="14100"/>
          <ac:cxnSpMkLst>
            <pc:docMk/>
            <pc:sldMk cId="83108825" sldId="258"/>
            <ac:cxnSpMk id="3" creationId="{0BEE83BC-15E6-D27A-C77B-F3864644ADDA}"/>
          </ac:cxnSpMkLst>
        </pc:cxnChg>
      </pc:sldChg>
      <pc:sldChg chg="modSp mod">
        <pc:chgData name="Nicholas Gardner" userId="96ba7376-2db1-491a-a538-e1cb4dd87974" providerId="ADAL" clId="{9FCE69BE-F3C1-42A5-A3EB-5944E702D684}" dt="2024-10-22T02:06:52.917" v="6" actId="1076"/>
        <pc:sldMkLst>
          <pc:docMk/>
          <pc:sldMk cId="1720685522" sldId="259"/>
        </pc:sldMkLst>
        <pc:spChg chg="mod">
          <ac:chgData name="Nicholas Gardner" userId="96ba7376-2db1-491a-a538-e1cb4dd87974" providerId="ADAL" clId="{9FCE69BE-F3C1-42A5-A3EB-5944E702D684}" dt="2024-10-22T02:06:52.917" v="6" actId="1076"/>
          <ac:spMkLst>
            <pc:docMk/>
            <pc:sldMk cId="1720685522" sldId="259"/>
            <ac:spMk id="6" creationId="{87E23554-BD81-11E5-07B3-0C09BF98AE04}"/>
          </ac:spMkLst>
        </pc:spChg>
      </pc:sldChg>
      <pc:sldChg chg="modSp mod">
        <pc:chgData name="Nicholas Gardner" userId="96ba7376-2db1-491a-a538-e1cb4dd87974" providerId="ADAL" clId="{9FCE69BE-F3C1-42A5-A3EB-5944E702D684}" dt="2024-10-21T04:42:47.619" v="3" actId="1076"/>
        <pc:sldMkLst>
          <pc:docMk/>
          <pc:sldMk cId="163955968" sldId="262"/>
        </pc:sldMkLst>
        <pc:spChg chg="mod">
          <ac:chgData name="Nicholas Gardner" userId="96ba7376-2db1-491a-a538-e1cb4dd87974" providerId="ADAL" clId="{9FCE69BE-F3C1-42A5-A3EB-5944E702D684}" dt="2024-10-21T04:42:47.619" v="3" actId="1076"/>
          <ac:spMkLst>
            <pc:docMk/>
            <pc:sldMk cId="163955968" sldId="262"/>
            <ac:spMk id="7" creationId="{AB47854E-CAC1-656B-16CA-86D12F528387}"/>
          </ac:spMkLst>
        </pc:spChg>
      </pc:sldChg>
    </pc:docChg>
  </pc:docChgLst>
  <pc:docChgLst>
    <pc:chgData name="Blossom Fernandez" userId="e5c68103-0289-406b-be0f-2686d94a6a4c" providerId="ADAL" clId="{9F9268EE-515B-4867-AD65-860E1038837C}"/>
    <pc:docChg chg="undo custSel addSld delSld modSld">
      <pc:chgData name="Blossom Fernandez" userId="e5c68103-0289-406b-be0f-2686d94a6a4c" providerId="ADAL" clId="{9F9268EE-515B-4867-AD65-860E1038837C}" dt="2024-10-21T02:45:17.804" v="3505" actId="20577"/>
      <pc:docMkLst>
        <pc:docMk/>
      </pc:docMkLst>
      <pc:sldChg chg="addSp delSp modSp mod">
        <pc:chgData name="Blossom Fernandez" userId="e5c68103-0289-406b-be0f-2686d94a6a4c" providerId="ADAL" clId="{9F9268EE-515B-4867-AD65-860E1038837C}" dt="2024-10-21T02:43:37.742" v="3485" actId="6549"/>
        <pc:sldMkLst>
          <pc:docMk/>
          <pc:sldMk cId="3016456244" sldId="256"/>
        </pc:sldMkLst>
        <pc:spChg chg="mod">
          <ac:chgData name="Blossom Fernandez" userId="e5c68103-0289-406b-be0f-2686d94a6a4c" providerId="ADAL" clId="{9F9268EE-515B-4867-AD65-860E1038837C}" dt="2024-10-21T02:43:37.742" v="3485" actId="6549"/>
          <ac:spMkLst>
            <pc:docMk/>
            <pc:sldMk cId="3016456244" sldId="256"/>
            <ac:spMk id="3" creationId="{ECFA9782-30BE-29C5-974C-F9E0FC53482A}"/>
          </ac:spMkLst>
        </pc:spChg>
        <pc:picChg chg="add del mod">
          <ac:chgData name="Blossom Fernandez" userId="e5c68103-0289-406b-be0f-2686d94a6a4c" providerId="ADAL" clId="{9F9268EE-515B-4867-AD65-860E1038837C}" dt="2024-10-20T21:09:21.933" v="3478" actId="478"/>
          <ac:picMkLst>
            <pc:docMk/>
            <pc:sldMk cId="3016456244" sldId="256"/>
            <ac:picMk id="4" creationId="{8B25970F-F012-C826-94B0-7F6B5B3952CA}"/>
          </ac:picMkLst>
        </pc:picChg>
        <pc:picChg chg="add del mod">
          <ac:chgData name="Blossom Fernandez" userId="e5c68103-0289-406b-be0f-2686d94a6a4c" providerId="ADAL" clId="{9F9268EE-515B-4867-AD65-860E1038837C}" dt="2024-10-20T21:09:23.450" v="3479" actId="478"/>
          <ac:picMkLst>
            <pc:docMk/>
            <pc:sldMk cId="3016456244" sldId="256"/>
            <ac:picMk id="6" creationId="{D668DC56-06AD-2F20-895F-C20F5A5C81A5}"/>
          </ac:picMkLst>
        </pc:picChg>
      </pc:sldChg>
      <pc:sldChg chg="addSp delSp modSp mod">
        <pc:chgData name="Blossom Fernandez" userId="e5c68103-0289-406b-be0f-2686d94a6a4c" providerId="ADAL" clId="{9F9268EE-515B-4867-AD65-860E1038837C}" dt="2024-10-18T04:31:29.372" v="3333" actId="1076"/>
        <pc:sldMkLst>
          <pc:docMk/>
          <pc:sldMk cId="702960028" sldId="257"/>
        </pc:sldMkLst>
        <pc:spChg chg="mod">
          <ac:chgData name="Blossom Fernandez" userId="e5c68103-0289-406b-be0f-2686d94a6a4c" providerId="ADAL" clId="{9F9268EE-515B-4867-AD65-860E1038837C}" dt="2024-10-18T02:29:05.163" v="2" actId="1076"/>
          <ac:spMkLst>
            <pc:docMk/>
            <pc:sldMk cId="702960028" sldId="257"/>
            <ac:spMk id="2" creationId="{5AF782D8-3C17-C68A-74A0-75A331A52F01}"/>
          </ac:spMkLst>
        </pc:spChg>
        <pc:spChg chg="mod">
          <ac:chgData name="Blossom Fernandez" userId="e5c68103-0289-406b-be0f-2686d94a6a4c" providerId="ADAL" clId="{9F9268EE-515B-4867-AD65-860E1038837C}" dt="2024-10-18T04:31:29.372" v="3333" actId="1076"/>
          <ac:spMkLst>
            <pc:docMk/>
            <pc:sldMk cId="702960028" sldId="257"/>
            <ac:spMk id="5" creationId="{1B7286F1-4E70-0806-D408-D26FDAEF073A}"/>
          </ac:spMkLst>
        </pc:spChg>
        <pc:cxnChg chg="del mod">
          <ac:chgData name="Blossom Fernandez" userId="e5c68103-0289-406b-be0f-2686d94a6a4c" providerId="ADAL" clId="{9F9268EE-515B-4867-AD65-860E1038837C}" dt="2024-10-18T04:31:02.455" v="3330" actId="478"/>
          <ac:cxnSpMkLst>
            <pc:docMk/>
            <pc:sldMk cId="702960028" sldId="257"/>
            <ac:cxnSpMk id="9" creationId="{FACD3EC2-7C41-79D2-B6CB-43D37C98FF7C}"/>
          </ac:cxnSpMkLst>
        </pc:cxnChg>
        <pc:cxnChg chg="add mod">
          <ac:chgData name="Blossom Fernandez" userId="e5c68103-0289-406b-be0f-2686d94a6a4c" providerId="ADAL" clId="{9F9268EE-515B-4867-AD65-860E1038837C}" dt="2024-10-18T04:31:16.782" v="3332" actId="208"/>
          <ac:cxnSpMkLst>
            <pc:docMk/>
            <pc:sldMk cId="702960028" sldId="257"/>
            <ac:cxnSpMk id="17" creationId="{84DA048E-670C-6327-51D9-4661A84F6760}"/>
          </ac:cxnSpMkLst>
        </pc:cxnChg>
      </pc:sldChg>
      <pc:sldChg chg="modSp mod">
        <pc:chgData name="Blossom Fernandez" userId="e5c68103-0289-406b-be0f-2686d94a6a4c" providerId="ADAL" clId="{9F9268EE-515B-4867-AD65-860E1038837C}" dt="2024-10-20T23:54:04.731" v="3482" actId="1076"/>
        <pc:sldMkLst>
          <pc:docMk/>
          <pc:sldMk cId="83108825" sldId="258"/>
        </pc:sldMkLst>
        <pc:spChg chg="mod">
          <ac:chgData name="Blossom Fernandez" userId="e5c68103-0289-406b-be0f-2686d94a6a4c" providerId="ADAL" clId="{9F9268EE-515B-4867-AD65-860E1038837C}" dt="2024-10-18T03:32:11.447" v="248" actId="1076"/>
          <ac:spMkLst>
            <pc:docMk/>
            <pc:sldMk cId="83108825" sldId="258"/>
            <ac:spMk id="6" creationId="{DCDB5D7E-833E-E72A-2BF1-9A4812AA03BF}"/>
          </ac:spMkLst>
        </pc:spChg>
        <pc:spChg chg="mod">
          <ac:chgData name="Blossom Fernandez" userId="e5c68103-0289-406b-be0f-2686d94a6a4c" providerId="ADAL" clId="{9F9268EE-515B-4867-AD65-860E1038837C}" dt="2024-10-18T04:31:52.250" v="3334" actId="255"/>
          <ac:spMkLst>
            <pc:docMk/>
            <pc:sldMk cId="83108825" sldId="258"/>
            <ac:spMk id="14" creationId="{2399FA7C-8575-0189-9F0E-D30FEE7A112A}"/>
          </ac:spMkLst>
        </pc:spChg>
        <pc:cxnChg chg="mod">
          <ac:chgData name="Blossom Fernandez" userId="e5c68103-0289-406b-be0f-2686d94a6a4c" providerId="ADAL" clId="{9F9268EE-515B-4867-AD65-860E1038837C}" dt="2024-10-20T23:54:04.731" v="3482" actId="1076"/>
          <ac:cxnSpMkLst>
            <pc:docMk/>
            <pc:sldMk cId="83108825" sldId="258"/>
            <ac:cxnSpMk id="3" creationId="{0BEE83BC-15E6-D27A-C77B-F3864644ADDA}"/>
          </ac:cxnSpMkLst>
        </pc:cxnChg>
      </pc:sldChg>
      <pc:sldChg chg="delSp modSp mod">
        <pc:chgData name="Blossom Fernandez" userId="e5c68103-0289-406b-be0f-2686d94a6a4c" providerId="ADAL" clId="{9F9268EE-515B-4867-AD65-860E1038837C}" dt="2024-10-18T04:31:57.377" v="3335" actId="255"/>
        <pc:sldMkLst>
          <pc:docMk/>
          <pc:sldMk cId="1720685522" sldId="259"/>
        </pc:sldMkLst>
        <pc:spChg chg="del">
          <ac:chgData name="Blossom Fernandez" userId="e5c68103-0289-406b-be0f-2686d94a6a4c" providerId="ADAL" clId="{9F9268EE-515B-4867-AD65-860E1038837C}" dt="2024-10-18T03:28:16.132" v="207" actId="478"/>
          <ac:spMkLst>
            <pc:docMk/>
            <pc:sldMk cId="1720685522" sldId="259"/>
            <ac:spMk id="4" creationId="{3623A5D5-07F8-BFE8-AA9E-10215D76EBD5}"/>
          </ac:spMkLst>
        </pc:spChg>
        <pc:spChg chg="mod">
          <ac:chgData name="Blossom Fernandez" userId="e5c68103-0289-406b-be0f-2686d94a6a4c" providerId="ADAL" clId="{9F9268EE-515B-4867-AD65-860E1038837C}" dt="2024-10-18T04:31:57.377" v="3335" actId="255"/>
          <ac:spMkLst>
            <pc:docMk/>
            <pc:sldMk cId="1720685522" sldId="259"/>
            <ac:spMk id="13" creationId="{641F15F1-1DB7-BDD6-E34D-F3CABB52C352}"/>
          </ac:spMkLst>
        </pc:spChg>
      </pc:sldChg>
      <pc:sldChg chg="addSp delSp modSp new mod">
        <pc:chgData name="Blossom Fernandez" userId="e5c68103-0289-406b-be0f-2686d94a6a4c" providerId="ADAL" clId="{9F9268EE-515B-4867-AD65-860E1038837C}" dt="2024-10-20T23:53:39.969" v="3481" actId="1076"/>
        <pc:sldMkLst>
          <pc:docMk/>
          <pc:sldMk cId="45987240" sldId="260"/>
        </pc:sldMkLst>
        <pc:spChg chg="del">
          <ac:chgData name="Blossom Fernandez" userId="e5c68103-0289-406b-be0f-2686d94a6a4c" providerId="ADAL" clId="{9F9268EE-515B-4867-AD65-860E1038837C}" dt="2024-10-18T02:28:48.972" v="1" actId="478"/>
          <ac:spMkLst>
            <pc:docMk/>
            <pc:sldMk cId="45987240" sldId="260"/>
            <ac:spMk id="2" creationId="{D49C5CBE-B858-BE8C-5028-2129DA7A07EE}"/>
          </ac:spMkLst>
        </pc:spChg>
        <pc:spChg chg="del">
          <ac:chgData name="Blossom Fernandez" userId="e5c68103-0289-406b-be0f-2686d94a6a4c" providerId="ADAL" clId="{9F9268EE-515B-4867-AD65-860E1038837C}" dt="2024-10-18T02:28:48.972" v="1" actId="478"/>
          <ac:spMkLst>
            <pc:docMk/>
            <pc:sldMk cId="45987240" sldId="260"/>
            <ac:spMk id="3" creationId="{ECECE19B-E791-9819-64ED-DA7A49691788}"/>
          </ac:spMkLst>
        </pc:spChg>
        <pc:spChg chg="add mod">
          <ac:chgData name="Blossom Fernandez" userId="e5c68103-0289-406b-be0f-2686d94a6a4c" providerId="ADAL" clId="{9F9268EE-515B-4867-AD65-860E1038837C}" dt="2024-10-18T02:30:18.906" v="114" actId="20577"/>
          <ac:spMkLst>
            <pc:docMk/>
            <pc:sldMk cId="45987240" sldId="260"/>
            <ac:spMk id="4" creationId="{736F475F-3DB7-ED49-E0A4-DA7D7FC6D7D1}"/>
          </ac:spMkLst>
        </pc:spChg>
        <pc:spChg chg="add del mod">
          <ac:chgData name="Blossom Fernandez" userId="e5c68103-0289-406b-be0f-2686d94a6a4c" providerId="ADAL" clId="{9F9268EE-515B-4867-AD65-860E1038837C}" dt="2024-10-18T03:25:53.065" v="201" actId="478"/>
          <ac:spMkLst>
            <pc:docMk/>
            <pc:sldMk cId="45987240" sldId="260"/>
            <ac:spMk id="5" creationId="{195B9230-B82F-B1F1-93EB-5170C5A585F8}"/>
          </ac:spMkLst>
        </pc:spChg>
        <pc:spChg chg="add del mod">
          <ac:chgData name="Blossom Fernandez" userId="e5c68103-0289-406b-be0f-2686d94a6a4c" providerId="ADAL" clId="{9F9268EE-515B-4867-AD65-860E1038837C}" dt="2024-10-18T03:23:02.743" v="167" actId="478"/>
          <ac:spMkLst>
            <pc:docMk/>
            <pc:sldMk cId="45987240" sldId="260"/>
            <ac:spMk id="8" creationId="{69DAA159-0B99-AA65-F3E1-11B5ECB31DC0}"/>
          </ac:spMkLst>
        </pc:spChg>
        <pc:spChg chg="add mod">
          <ac:chgData name="Blossom Fernandez" userId="e5c68103-0289-406b-be0f-2686d94a6a4c" providerId="ADAL" clId="{9F9268EE-515B-4867-AD65-860E1038837C}" dt="2024-10-18T03:37:32.475" v="655" actId="14100"/>
          <ac:spMkLst>
            <pc:docMk/>
            <pc:sldMk cId="45987240" sldId="260"/>
            <ac:spMk id="9" creationId="{136785A4-0574-4706-57A7-F4FEFFD0A8F7}"/>
          </ac:spMkLst>
        </pc:spChg>
        <pc:spChg chg="add mod">
          <ac:chgData name="Blossom Fernandez" userId="e5c68103-0289-406b-be0f-2686d94a6a4c" providerId="ADAL" clId="{9F9268EE-515B-4867-AD65-860E1038837C}" dt="2024-10-18T03:30:44.555" v="235" actId="1076"/>
          <ac:spMkLst>
            <pc:docMk/>
            <pc:sldMk cId="45987240" sldId="260"/>
            <ac:spMk id="10" creationId="{A3381C49-E545-B57F-1359-FC4B0F643EF8}"/>
          </ac:spMkLst>
        </pc:spChg>
        <pc:spChg chg="add mod">
          <ac:chgData name="Blossom Fernandez" userId="e5c68103-0289-406b-be0f-2686d94a6a4c" providerId="ADAL" clId="{9F9268EE-515B-4867-AD65-860E1038837C}" dt="2024-10-18T03:30:24.842" v="228" actId="14100"/>
          <ac:spMkLst>
            <pc:docMk/>
            <pc:sldMk cId="45987240" sldId="260"/>
            <ac:spMk id="14" creationId="{5151F27E-B77B-AA4F-69A8-3570339F9175}"/>
          </ac:spMkLst>
        </pc:spChg>
        <pc:spChg chg="add mod">
          <ac:chgData name="Blossom Fernandez" userId="e5c68103-0289-406b-be0f-2686d94a6a4c" providerId="ADAL" clId="{9F9268EE-515B-4867-AD65-860E1038837C}" dt="2024-10-18T03:40:48.727" v="815" actId="1076"/>
          <ac:spMkLst>
            <pc:docMk/>
            <pc:sldMk cId="45987240" sldId="260"/>
            <ac:spMk id="15" creationId="{C99FC735-7FB5-82E8-2FA4-BDC7484CD3C8}"/>
          </ac:spMkLst>
        </pc:spChg>
        <pc:spChg chg="add mod">
          <ac:chgData name="Blossom Fernandez" userId="e5c68103-0289-406b-be0f-2686d94a6a4c" providerId="ADAL" clId="{9F9268EE-515B-4867-AD65-860E1038837C}" dt="2024-10-18T03:39:14.776" v="757" actId="1076"/>
          <ac:spMkLst>
            <pc:docMk/>
            <pc:sldMk cId="45987240" sldId="260"/>
            <ac:spMk id="21" creationId="{5A7837FE-ED3A-08FD-F145-FA4A036AE6BC}"/>
          </ac:spMkLst>
        </pc:spChg>
        <pc:spChg chg="add mod">
          <ac:chgData name="Blossom Fernandez" userId="e5c68103-0289-406b-be0f-2686d94a6a4c" providerId="ADAL" clId="{9F9268EE-515B-4867-AD65-860E1038837C}" dt="2024-10-18T03:39:17.774" v="758" actId="1076"/>
          <ac:spMkLst>
            <pc:docMk/>
            <pc:sldMk cId="45987240" sldId="260"/>
            <ac:spMk id="22" creationId="{C9E8EF7A-B986-12D8-865C-9DF3E4BCF543}"/>
          </ac:spMkLst>
        </pc:spChg>
        <pc:spChg chg="add mod">
          <ac:chgData name="Blossom Fernandez" userId="e5c68103-0289-406b-be0f-2686d94a6a4c" providerId="ADAL" clId="{9F9268EE-515B-4867-AD65-860E1038837C}" dt="2024-10-20T23:53:39.969" v="3481" actId="1076"/>
          <ac:spMkLst>
            <pc:docMk/>
            <pc:sldMk cId="45987240" sldId="260"/>
            <ac:spMk id="23" creationId="{22D97698-D937-BD8F-47E1-259D149F5563}"/>
          </ac:spMkLst>
        </pc:spChg>
        <pc:spChg chg="add mod">
          <ac:chgData name="Blossom Fernandez" userId="e5c68103-0289-406b-be0f-2686d94a6a4c" providerId="ADAL" clId="{9F9268EE-515B-4867-AD65-860E1038837C}" dt="2024-10-18T03:32:48.163" v="263" actId="1076"/>
          <ac:spMkLst>
            <pc:docMk/>
            <pc:sldMk cId="45987240" sldId="260"/>
            <ac:spMk id="24" creationId="{B5EB512D-4EBD-C17C-EB71-FD76387F5884}"/>
          </ac:spMkLst>
        </pc:spChg>
        <pc:spChg chg="add mod">
          <ac:chgData name="Blossom Fernandez" userId="e5c68103-0289-406b-be0f-2686d94a6a4c" providerId="ADAL" clId="{9F9268EE-515B-4867-AD65-860E1038837C}" dt="2024-10-18T03:39:19.793" v="759" actId="1076"/>
          <ac:spMkLst>
            <pc:docMk/>
            <pc:sldMk cId="45987240" sldId="260"/>
            <ac:spMk id="25" creationId="{B9A0EA02-0E76-0855-332E-21AC0167973E}"/>
          </ac:spMkLst>
        </pc:spChg>
        <pc:spChg chg="add mod">
          <ac:chgData name="Blossom Fernandez" userId="e5c68103-0289-406b-be0f-2686d94a6a4c" providerId="ADAL" clId="{9F9268EE-515B-4867-AD65-860E1038837C}" dt="2024-10-18T04:22:45.893" v="3270" actId="20577"/>
          <ac:spMkLst>
            <pc:docMk/>
            <pc:sldMk cId="45987240" sldId="260"/>
            <ac:spMk id="26" creationId="{ACB028F6-B86F-8387-6DE5-1FC824F32CE9}"/>
          </ac:spMkLst>
        </pc:spChg>
        <pc:picChg chg="add mod">
          <ac:chgData name="Blossom Fernandez" userId="e5c68103-0289-406b-be0f-2686d94a6a4c" providerId="ADAL" clId="{9F9268EE-515B-4867-AD65-860E1038837C}" dt="2024-10-18T03:32:41.281" v="261" actId="1076"/>
          <ac:picMkLst>
            <pc:docMk/>
            <pc:sldMk cId="45987240" sldId="260"/>
            <ac:picMk id="7" creationId="{892A4699-E79D-96AC-9B4F-7BC126C60868}"/>
          </ac:picMkLst>
        </pc:picChg>
        <pc:picChg chg="add mod">
          <ac:chgData name="Blossom Fernandez" userId="e5c68103-0289-406b-be0f-2686d94a6a4c" providerId="ADAL" clId="{9F9268EE-515B-4867-AD65-860E1038837C}" dt="2024-10-18T03:23:22.343" v="175" actId="571"/>
          <ac:picMkLst>
            <pc:docMk/>
            <pc:sldMk cId="45987240" sldId="260"/>
            <ac:picMk id="11" creationId="{1232431C-DF12-7F5B-867D-FDF4CAA88BDF}"/>
          </ac:picMkLst>
        </pc:picChg>
        <pc:picChg chg="add del mod">
          <ac:chgData name="Blossom Fernandez" userId="e5c68103-0289-406b-be0f-2686d94a6a4c" providerId="ADAL" clId="{9F9268EE-515B-4867-AD65-860E1038837C}" dt="2024-10-18T03:29:50.092" v="218" actId="478"/>
          <ac:picMkLst>
            <pc:docMk/>
            <pc:sldMk cId="45987240" sldId="260"/>
            <ac:picMk id="13" creationId="{A5CBD8E5-9C3F-4E62-E1F2-3069AECE6FDB}"/>
          </ac:picMkLst>
        </pc:picChg>
        <pc:picChg chg="add mod">
          <ac:chgData name="Blossom Fernandez" userId="e5c68103-0289-406b-be0f-2686d94a6a4c" providerId="ADAL" clId="{9F9268EE-515B-4867-AD65-860E1038837C}" dt="2024-10-18T03:25:39.670" v="199" actId="571"/>
          <ac:picMkLst>
            <pc:docMk/>
            <pc:sldMk cId="45987240" sldId="260"/>
            <ac:picMk id="16" creationId="{32A9643B-379B-B5AF-7184-FF0BA8714160}"/>
          </ac:picMkLst>
        </pc:picChg>
        <pc:picChg chg="add mod">
          <ac:chgData name="Blossom Fernandez" userId="e5c68103-0289-406b-be0f-2686d94a6a4c" providerId="ADAL" clId="{9F9268EE-515B-4867-AD65-860E1038837C}" dt="2024-10-18T03:39:08.006" v="755" actId="14100"/>
          <ac:picMkLst>
            <pc:docMk/>
            <pc:sldMk cId="45987240" sldId="260"/>
            <ac:picMk id="18" creationId="{6AD5CC36-3DA6-9EB2-DDEF-E2BD157AD045}"/>
          </ac:picMkLst>
        </pc:picChg>
        <pc:picChg chg="add mod ord">
          <ac:chgData name="Blossom Fernandez" userId="e5c68103-0289-406b-be0f-2686d94a6a4c" providerId="ADAL" clId="{9F9268EE-515B-4867-AD65-860E1038837C}" dt="2024-10-18T03:30:11.260" v="224" actId="167"/>
          <ac:picMkLst>
            <pc:docMk/>
            <pc:sldMk cId="45987240" sldId="260"/>
            <ac:picMk id="20" creationId="{AC42C3F5-721E-7DEF-79D5-8512787C73DE}"/>
          </ac:picMkLst>
        </pc:picChg>
      </pc:sldChg>
      <pc:sldChg chg="addSp delSp modSp new mod">
        <pc:chgData name="Blossom Fernandez" userId="e5c68103-0289-406b-be0f-2686d94a6a4c" providerId="ADAL" clId="{9F9268EE-515B-4867-AD65-860E1038837C}" dt="2024-10-20T21:09:28.459" v="3480" actId="478"/>
        <pc:sldMkLst>
          <pc:docMk/>
          <pc:sldMk cId="3995332124" sldId="261"/>
        </pc:sldMkLst>
        <pc:spChg chg="add mod">
          <ac:chgData name="Blossom Fernandez" userId="e5c68103-0289-406b-be0f-2686d94a6a4c" providerId="ADAL" clId="{9F9268EE-515B-4867-AD65-860E1038837C}" dt="2024-10-18T03:42:01.804" v="928" actId="20577"/>
          <ac:spMkLst>
            <pc:docMk/>
            <pc:sldMk cId="3995332124" sldId="261"/>
            <ac:spMk id="2" creationId="{61CDB924-93AB-BE01-C74A-F9850C933C8D}"/>
          </ac:spMkLst>
        </pc:spChg>
        <pc:spChg chg="add del mod">
          <ac:chgData name="Blossom Fernandez" userId="e5c68103-0289-406b-be0f-2686d94a6a4c" providerId="ADAL" clId="{9F9268EE-515B-4867-AD65-860E1038837C}" dt="2024-10-18T03:42:12.119" v="931"/>
          <ac:spMkLst>
            <pc:docMk/>
            <pc:sldMk cId="3995332124" sldId="261"/>
            <ac:spMk id="3" creationId="{D3E59029-0DDC-62BE-0518-8DD08BB71C2C}"/>
          </ac:spMkLst>
        </pc:spChg>
        <pc:spChg chg="add mod">
          <ac:chgData name="Blossom Fernandez" userId="e5c68103-0289-406b-be0f-2686d94a6a4c" providerId="ADAL" clId="{9F9268EE-515B-4867-AD65-860E1038837C}" dt="2024-10-18T04:35:09.842" v="3462" actId="123"/>
          <ac:spMkLst>
            <pc:docMk/>
            <pc:sldMk cId="3995332124" sldId="261"/>
            <ac:spMk id="6" creationId="{0D2FEF56-1FF2-5120-C639-D9FBC136D8BB}"/>
          </ac:spMkLst>
        </pc:spChg>
        <pc:picChg chg="add del mod">
          <ac:chgData name="Blossom Fernandez" userId="e5c68103-0289-406b-be0f-2686d94a6a4c" providerId="ADAL" clId="{9F9268EE-515B-4867-AD65-860E1038837C}" dt="2024-10-18T04:38:33.273" v="3474" actId="478"/>
          <ac:picMkLst>
            <pc:docMk/>
            <pc:sldMk cId="3995332124" sldId="261"/>
            <ac:picMk id="5" creationId="{CAD38CE7-9DD1-662B-12B6-DDCFD98DA5EF}"/>
          </ac:picMkLst>
        </pc:picChg>
        <pc:picChg chg="add del mod">
          <ac:chgData name="Blossom Fernandez" userId="e5c68103-0289-406b-be0f-2686d94a6a4c" providerId="ADAL" clId="{9F9268EE-515B-4867-AD65-860E1038837C}" dt="2024-10-20T21:09:28.459" v="3480" actId="478"/>
          <ac:picMkLst>
            <pc:docMk/>
            <pc:sldMk cId="3995332124" sldId="261"/>
            <ac:picMk id="8" creationId="{E11EE9E0-CEF5-43CA-91A3-3525EB6947BD}"/>
          </ac:picMkLst>
        </pc:picChg>
      </pc:sldChg>
      <pc:sldChg chg="addSp delSp modSp new mod">
        <pc:chgData name="Blossom Fernandez" userId="e5c68103-0289-406b-be0f-2686d94a6a4c" providerId="ADAL" clId="{9F9268EE-515B-4867-AD65-860E1038837C}" dt="2024-10-21T02:45:17.804" v="3505" actId="20577"/>
        <pc:sldMkLst>
          <pc:docMk/>
          <pc:sldMk cId="163955968" sldId="262"/>
        </pc:sldMkLst>
        <pc:spChg chg="del">
          <ac:chgData name="Blossom Fernandez" userId="e5c68103-0289-406b-be0f-2686d94a6a4c" providerId="ADAL" clId="{9F9268EE-515B-4867-AD65-860E1038837C}" dt="2024-10-18T03:42:22.242" v="934" actId="478"/>
          <ac:spMkLst>
            <pc:docMk/>
            <pc:sldMk cId="163955968" sldId="262"/>
            <ac:spMk id="2" creationId="{668FCDC7-C0F0-6EEA-7AA0-796667AE6EBF}"/>
          </ac:spMkLst>
        </pc:spChg>
        <pc:spChg chg="del">
          <ac:chgData name="Blossom Fernandez" userId="e5c68103-0289-406b-be0f-2686d94a6a4c" providerId="ADAL" clId="{9F9268EE-515B-4867-AD65-860E1038837C}" dt="2024-10-18T03:42:21.260" v="933" actId="478"/>
          <ac:spMkLst>
            <pc:docMk/>
            <pc:sldMk cId="163955968" sldId="262"/>
            <ac:spMk id="3" creationId="{910A69B9-8483-4E77-8897-A4FE5B07EDE9}"/>
          </ac:spMkLst>
        </pc:spChg>
        <pc:spChg chg="add mod">
          <ac:chgData name="Blossom Fernandez" userId="e5c68103-0289-406b-be0f-2686d94a6a4c" providerId="ADAL" clId="{9F9268EE-515B-4867-AD65-860E1038837C}" dt="2024-10-18T04:19:04.149" v="3106" actId="20577"/>
          <ac:spMkLst>
            <pc:docMk/>
            <pc:sldMk cId="163955968" sldId="262"/>
            <ac:spMk id="4" creationId="{C4EE8382-1EBD-33D9-9944-4806CE3C1FE5}"/>
          </ac:spMkLst>
        </pc:spChg>
        <pc:spChg chg="add mod">
          <ac:chgData name="Blossom Fernandez" userId="e5c68103-0289-406b-be0f-2686d94a6a4c" providerId="ADAL" clId="{9F9268EE-515B-4867-AD65-860E1038837C}" dt="2024-10-21T02:45:17.804" v="3505" actId="20577"/>
          <ac:spMkLst>
            <pc:docMk/>
            <pc:sldMk cId="163955968" sldId="262"/>
            <ac:spMk id="5" creationId="{08EFD20F-255A-60D3-E817-ADE324AA01EB}"/>
          </ac:spMkLst>
        </pc:spChg>
        <pc:spChg chg="add del mod">
          <ac:chgData name="Blossom Fernandez" userId="e5c68103-0289-406b-be0f-2686d94a6a4c" providerId="ADAL" clId="{9F9268EE-515B-4867-AD65-860E1038837C}" dt="2024-10-18T03:49:33.072" v="1411" actId="21"/>
          <ac:spMkLst>
            <pc:docMk/>
            <pc:sldMk cId="163955968" sldId="262"/>
            <ac:spMk id="6" creationId="{0D2FEF56-1FF2-5120-C639-D9FBC136D8BB}"/>
          </ac:spMkLst>
        </pc:spChg>
        <pc:spChg chg="add mod">
          <ac:chgData name="Blossom Fernandez" userId="e5c68103-0289-406b-be0f-2686d94a6a4c" providerId="ADAL" clId="{9F9268EE-515B-4867-AD65-860E1038837C}" dt="2024-10-18T04:18:32.950" v="3090" actId="1076"/>
          <ac:spMkLst>
            <pc:docMk/>
            <pc:sldMk cId="163955968" sldId="262"/>
            <ac:spMk id="7" creationId="{AB47854E-CAC1-656B-16CA-86D12F528387}"/>
          </ac:spMkLst>
        </pc:spChg>
        <pc:spChg chg="add mod">
          <ac:chgData name="Blossom Fernandez" userId="e5c68103-0289-406b-be0f-2686d94a6a4c" providerId="ADAL" clId="{9F9268EE-515B-4867-AD65-860E1038837C}" dt="2024-10-18T04:20:05.277" v="3187" actId="20577"/>
          <ac:spMkLst>
            <pc:docMk/>
            <pc:sldMk cId="163955968" sldId="262"/>
            <ac:spMk id="8" creationId="{C1FB9BD2-0F83-08B8-FDA1-8ECB320F4952}"/>
          </ac:spMkLst>
        </pc:spChg>
      </pc:sldChg>
      <pc:sldChg chg="new del">
        <pc:chgData name="Blossom Fernandez" userId="e5c68103-0289-406b-be0f-2686d94a6a4c" providerId="ADAL" clId="{9F9268EE-515B-4867-AD65-860E1038837C}" dt="2024-10-21T02:43:28.135" v="3484" actId="680"/>
        <pc:sldMkLst>
          <pc:docMk/>
          <pc:sldMk cId="831790128" sldId="263"/>
        </pc:sldMkLst>
      </pc:sldChg>
      <pc:sldChg chg="addSp delSp modSp new del mod">
        <pc:chgData name="Blossom Fernandez" userId="e5c68103-0289-406b-be0f-2686d94a6a4c" providerId="ADAL" clId="{9F9268EE-515B-4867-AD65-860E1038837C}" dt="2024-10-18T04:18:42.884" v="3094" actId="2696"/>
        <pc:sldMkLst>
          <pc:docMk/>
          <pc:sldMk cId="2199106169" sldId="263"/>
        </pc:sldMkLst>
        <pc:spChg chg="add del">
          <ac:chgData name="Blossom Fernandez" userId="e5c68103-0289-406b-be0f-2686d94a6a4c" providerId="ADAL" clId="{9F9268EE-515B-4867-AD65-860E1038837C}" dt="2024-10-18T04:12:58.501" v="2655" actId="478"/>
          <ac:spMkLst>
            <pc:docMk/>
            <pc:sldMk cId="2199106169" sldId="263"/>
            <ac:spMk id="2" creationId="{F8ADC81B-C3E9-375B-D00F-9D2E33FA3783}"/>
          </ac:spMkLst>
        </pc:spChg>
        <pc:spChg chg="del">
          <ac:chgData name="Blossom Fernandez" userId="e5c68103-0289-406b-be0f-2686d94a6a4c" providerId="ADAL" clId="{9F9268EE-515B-4867-AD65-860E1038837C}" dt="2024-10-18T04:12:57.608" v="2654" actId="478"/>
          <ac:spMkLst>
            <pc:docMk/>
            <pc:sldMk cId="2199106169" sldId="263"/>
            <ac:spMk id="3" creationId="{7231B9F5-F8C0-0C99-FA5B-C6FFBD67CB74}"/>
          </ac:spMkLst>
        </pc:spChg>
        <pc:spChg chg="add del mod">
          <ac:chgData name="Blossom Fernandez" userId="e5c68103-0289-406b-be0f-2686d94a6a4c" providerId="ADAL" clId="{9F9268EE-515B-4867-AD65-860E1038837C}" dt="2024-10-18T04:18:27.662" v="3088" actId="21"/>
          <ac:spMkLst>
            <pc:docMk/>
            <pc:sldMk cId="2199106169" sldId="263"/>
            <ac:spMk id="4" creationId="{AB47854E-CAC1-656B-16CA-86D12F528387}"/>
          </ac:spMkLst>
        </pc:spChg>
        <pc:spChg chg="add del mod">
          <ac:chgData name="Blossom Fernandez" userId="e5c68103-0289-406b-be0f-2686d94a6a4c" providerId="ADAL" clId="{9F9268EE-515B-4867-AD65-860E1038837C}" dt="2024-10-18T04:18:35.630" v="3091" actId="21"/>
          <ac:spMkLst>
            <pc:docMk/>
            <pc:sldMk cId="2199106169" sldId="263"/>
            <ac:spMk id="5" creationId="{C1FB9BD2-0F83-08B8-FDA1-8ECB320F495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C5A56-8587-3B19-27B8-D7DA96D343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461C7C3-D54D-881B-331E-9CAB3883EE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E1046F3-D453-3674-5469-6A203311CA21}"/>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5" name="Footer Placeholder 4">
            <a:extLst>
              <a:ext uri="{FF2B5EF4-FFF2-40B4-BE49-F238E27FC236}">
                <a16:creationId xmlns:a16="http://schemas.microsoft.com/office/drawing/2014/main" id="{EA070CB3-8D33-9D2F-E97E-9B0FB792DE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4632A90-E9E6-BE4E-5AFB-F73B301E3087}"/>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1855162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E3A47-E06B-F05E-D4C4-CC9D1713614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1DFBA14-2604-22D9-ED2A-0DE59E3D2C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09D536C-2179-4EAB-9B13-EBD233BE6189}"/>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5" name="Footer Placeholder 4">
            <a:extLst>
              <a:ext uri="{FF2B5EF4-FFF2-40B4-BE49-F238E27FC236}">
                <a16:creationId xmlns:a16="http://schemas.microsoft.com/office/drawing/2014/main" id="{FE760EA9-70A1-3B1C-8B8E-2EA5AACF86B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9A659D2-D007-995B-3596-52F4079826F3}"/>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4026405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566D0-9D9F-CEB7-0D6E-68E086B8A5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513D51B-F707-277B-84FA-228594522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37BB21-A79E-F46C-7277-95170DBD376F}"/>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5" name="Footer Placeholder 4">
            <a:extLst>
              <a:ext uri="{FF2B5EF4-FFF2-40B4-BE49-F238E27FC236}">
                <a16:creationId xmlns:a16="http://schemas.microsoft.com/office/drawing/2014/main" id="{7C76FCDB-092C-9FEB-6A95-62F5A385FF7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5089AEA-A996-EA8C-D14C-5E1479136680}"/>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1422443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6040-1CA7-9B97-AC29-10A87DFDB48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355BE9F-6315-00C6-BA8C-21640A0FA6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143A319A-69BE-B19B-40B6-E4BDA44756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18368F4D-86ED-A0B7-EC12-73B398739018}"/>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6" name="Footer Placeholder 5">
            <a:extLst>
              <a:ext uri="{FF2B5EF4-FFF2-40B4-BE49-F238E27FC236}">
                <a16:creationId xmlns:a16="http://schemas.microsoft.com/office/drawing/2014/main" id="{997A3737-8D81-7BB3-8962-5F4B7423FF9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FFD1857-D45A-CC20-F8C7-EE4BAE4F799C}"/>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335464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37740-E4E8-FA1C-C07F-93B64DE2A6A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2D0ED80-624A-4555-D14C-6973EE9E9B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4D31D5-D278-9DD8-D16A-5C8389F6BB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75D3906-5C25-EB13-CA17-EF093245BC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D18B1F-4A3E-145F-EF49-C047E15DF0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1BC4623-E92A-D945-ACA2-8128C81B15E5}"/>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8" name="Footer Placeholder 7">
            <a:extLst>
              <a:ext uri="{FF2B5EF4-FFF2-40B4-BE49-F238E27FC236}">
                <a16:creationId xmlns:a16="http://schemas.microsoft.com/office/drawing/2014/main" id="{BBEF8634-394E-8755-035C-F8E6A90E61E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4871BC8-5FB8-5AB8-7E96-2D2162F13D36}"/>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2519813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1C77C-D159-2FAF-812B-F858CAC18E4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A5C3BE81-9269-6639-5CD4-574F575DCB5B}"/>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4" name="Footer Placeholder 3">
            <a:extLst>
              <a:ext uri="{FF2B5EF4-FFF2-40B4-BE49-F238E27FC236}">
                <a16:creationId xmlns:a16="http://schemas.microsoft.com/office/drawing/2014/main" id="{7EE15723-C781-870D-ABAA-D633ACD65CD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3424D65E-7028-A636-84E5-C1D5BDD0426E}"/>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3122771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27B1F-35C5-AB82-1696-8225632B2663}"/>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3" name="Footer Placeholder 2">
            <a:extLst>
              <a:ext uri="{FF2B5EF4-FFF2-40B4-BE49-F238E27FC236}">
                <a16:creationId xmlns:a16="http://schemas.microsoft.com/office/drawing/2014/main" id="{52E9FC5E-9915-4654-3A8E-A91F19773EB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D6DCBCB-CA62-9429-EE2A-A77D29B32F69}"/>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2515136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77B58-10BF-CE80-59A9-467063E8F3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B3FF354-4031-4736-4056-89F2138A07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473C12E-9DF9-1EF2-10ED-FB311589A9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2FBFAE-7D7B-14EB-B0A3-A460655D208E}"/>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6" name="Footer Placeholder 5">
            <a:extLst>
              <a:ext uri="{FF2B5EF4-FFF2-40B4-BE49-F238E27FC236}">
                <a16:creationId xmlns:a16="http://schemas.microsoft.com/office/drawing/2014/main" id="{34AA0DC1-A7AE-93A3-BAA9-CBBACCF14E2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17E11C5-FFAB-7138-C929-73DD5A1A814A}"/>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82507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7357A-6EBC-0AA5-2DBE-5A4A73ADC5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6736EC9-D16F-C47A-8BC9-768BEBBA0D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253CAC6-944B-C0C8-2F40-B1E8DF559D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BE6F7D-050D-38E1-B373-555CE63855CC}"/>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6" name="Footer Placeholder 5">
            <a:extLst>
              <a:ext uri="{FF2B5EF4-FFF2-40B4-BE49-F238E27FC236}">
                <a16:creationId xmlns:a16="http://schemas.microsoft.com/office/drawing/2014/main" id="{197E6E85-09AA-A2F1-B944-84C7E0A4BD4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A1C86E2-60BD-A3D7-A140-61C446627400}"/>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3017210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34359-319D-79F8-2FF4-8587993B572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AF06CCE-28B2-B76C-F656-0B5AEC8110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CC07964-BC4E-6ACF-5048-07686D0E3748}"/>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5" name="Footer Placeholder 4">
            <a:extLst>
              <a:ext uri="{FF2B5EF4-FFF2-40B4-BE49-F238E27FC236}">
                <a16:creationId xmlns:a16="http://schemas.microsoft.com/office/drawing/2014/main" id="{2739B6DD-2EDC-F236-692F-45087B2297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3EC61AE-E29C-19EC-38B3-404618DF2554}"/>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3100748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6395A6-6539-C35E-5DF9-10F891184D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6645FAD-C2A8-07F0-E4ED-7FD80ED266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908ADE3-7053-565B-FE0A-67F7369305D1}"/>
              </a:ext>
            </a:extLst>
          </p:cNvPr>
          <p:cNvSpPr>
            <a:spLocks noGrp="1"/>
          </p:cNvSpPr>
          <p:nvPr>
            <p:ph type="dt" sz="half" idx="10"/>
          </p:nvPr>
        </p:nvSpPr>
        <p:spPr/>
        <p:txBody>
          <a:bodyPr/>
          <a:lstStyle/>
          <a:p>
            <a:fld id="{7E4393C7-F2B6-41DA-92F3-572A02B22117}" type="datetimeFigureOut">
              <a:rPr lang="en-AU" smtClean="0"/>
              <a:t>21/10/2024</a:t>
            </a:fld>
            <a:endParaRPr lang="en-AU"/>
          </a:p>
        </p:txBody>
      </p:sp>
      <p:sp>
        <p:nvSpPr>
          <p:cNvPr id="5" name="Footer Placeholder 4">
            <a:extLst>
              <a:ext uri="{FF2B5EF4-FFF2-40B4-BE49-F238E27FC236}">
                <a16:creationId xmlns:a16="http://schemas.microsoft.com/office/drawing/2014/main" id="{39F416F3-EFCE-D3EA-B45F-01D21324F80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31A95AD-F9E0-E81C-28D5-4871FCE322B9}"/>
              </a:ext>
            </a:extLst>
          </p:cNvPr>
          <p:cNvSpPr>
            <a:spLocks noGrp="1"/>
          </p:cNvSpPr>
          <p:nvPr>
            <p:ph type="sldNum" sz="quarter" idx="12"/>
          </p:nvPr>
        </p:nvSpPr>
        <p:spPr/>
        <p:txBody>
          <a:bodyPr/>
          <a:lstStyle/>
          <a:p>
            <a:fld id="{BF963294-5291-412E-A60B-715AE8E8007D}" type="slidenum">
              <a:rPr lang="en-AU" smtClean="0"/>
              <a:t>‹#›</a:t>
            </a:fld>
            <a:endParaRPr lang="en-AU"/>
          </a:p>
        </p:txBody>
      </p:sp>
    </p:spTree>
    <p:extLst>
      <p:ext uri="{BB962C8B-B14F-4D97-AF65-F5344CB8AC3E}">
        <p14:creationId xmlns:p14="http://schemas.microsoft.com/office/powerpoint/2010/main" val="50234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19BD3-8B0C-9F16-610B-9796DE98A7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0169D47-07E5-8308-AAA2-4F7E0DF8C2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BDDF0A9-1738-93A0-BF7D-A3B30E628E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4393C7-F2B6-41DA-92F3-572A02B22117}" type="datetimeFigureOut">
              <a:rPr lang="en-AU" smtClean="0"/>
              <a:t>21/10/2024</a:t>
            </a:fld>
            <a:endParaRPr lang="en-AU"/>
          </a:p>
        </p:txBody>
      </p:sp>
      <p:sp>
        <p:nvSpPr>
          <p:cNvPr id="5" name="Footer Placeholder 4">
            <a:extLst>
              <a:ext uri="{FF2B5EF4-FFF2-40B4-BE49-F238E27FC236}">
                <a16:creationId xmlns:a16="http://schemas.microsoft.com/office/drawing/2014/main" id="{7AB5E699-D0CB-6054-9D20-F6A062E770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1DF1E64-1353-A7BB-0617-C328D8EA92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963294-5291-412E-A60B-715AE8E8007D}" type="slidenum">
              <a:rPr lang="en-AU" smtClean="0"/>
              <a:t>‹#›</a:t>
            </a:fld>
            <a:endParaRPr lang="en-AU"/>
          </a:p>
        </p:txBody>
      </p:sp>
    </p:spTree>
    <p:extLst>
      <p:ext uri="{BB962C8B-B14F-4D97-AF65-F5344CB8AC3E}">
        <p14:creationId xmlns:p14="http://schemas.microsoft.com/office/powerpoint/2010/main" val="3795611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CFA9782-30BE-29C5-974C-F9E0FC53482A}"/>
              </a:ext>
            </a:extLst>
          </p:cNvPr>
          <p:cNvSpPr>
            <a:spLocks noGrp="1"/>
          </p:cNvSpPr>
          <p:nvPr>
            <p:ph type="subTitle" idx="1"/>
          </p:nvPr>
        </p:nvSpPr>
        <p:spPr>
          <a:xfrm>
            <a:off x="1524000" y="2430463"/>
            <a:ext cx="9144000" cy="474662"/>
          </a:xfrm>
        </p:spPr>
        <p:txBody>
          <a:bodyPr/>
          <a:lstStyle/>
          <a:p>
            <a:r>
              <a:rPr lang="en-AU" dirty="0"/>
              <a:t>Tailings Dam Circuit Protection Project</a:t>
            </a:r>
          </a:p>
        </p:txBody>
      </p:sp>
    </p:spTree>
    <p:extLst>
      <p:ext uri="{BB962C8B-B14F-4D97-AF65-F5344CB8AC3E}">
        <p14:creationId xmlns:p14="http://schemas.microsoft.com/office/powerpoint/2010/main" val="3016456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EE8382-1EBD-33D9-9944-4806CE3C1FE5}"/>
              </a:ext>
            </a:extLst>
          </p:cNvPr>
          <p:cNvSpPr txBox="1"/>
          <p:nvPr/>
        </p:nvSpPr>
        <p:spPr>
          <a:xfrm>
            <a:off x="1039985" y="259242"/>
            <a:ext cx="6958616" cy="369332"/>
          </a:xfrm>
          <a:prstGeom prst="rect">
            <a:avLst/>
          </a:prstGeom>
          <a:noFill/>
        </p:spPr>
        <p:txBody>
          <a:bodyPr wrap="square" rtlCol="0">
            <a:spAutoFit/>
          </a:bodyPr>
          <a:lstStyle/>
          <a:p>
            <a:r>
              <a:rPr lang="en-AU" b="1"/>
              <a:t>What is the scope?</a:t>
            </a:r>
          </a:p>
        </p:txBody>
      </p:sp>
      <p:sp>
        <p:nvSpPr>
          <p:cNvPr id="5" name="TextBox 4">
            <a:extLst>
              <a:ext uri="{FF2B5EF4-FFF2-40B4-BE49-F238E27FC236}">
                <a16:creationId xmlns:a16="http://schemas.microsoft.com/office/drawing/2014/main" id="{08EFD20F-255A-60D3-E817-ADE324AA01EB}"/>
              </a:ext>
            </a:extLst>
          </p:cNvPr>
          <p:cNvSpPr txBox="1"/>
          <p:nvPr/>
        </p:nvSpPr>
        <p:spPr>
          <a:xfrm>
            <a:off x="1039985" y="716442"/>
            <a:ext cx="6958616" cy="2585323"/>
          </a:xfrm>
          <a:prstGeom prst="rect">
            <a:avLst/>
          </a:prstGeom>
          <a:noFill/>
        </p:spPr>
        <p:txBody>
          <a:bodyPr wrap="square" rtlCol="0">
            <a:spAutoFit/>
          </a:bodyPr>
          <a:lstStyle/>
          <a:p>
            <a:r>
              <a:rPr lang="en-US" dirty="0"/>
              <a:t>What are we trying to protect? </a:t>
            </a:r>
          </a:p>
          <a:p>
            <a:endParaRPr lang="en-US" dirty="0"/>
          </a:p>
          <a:p>
            <a:r>
              <a:rPr lang="en-US" dirty="0"/>
              <a:t>Options:</a:t>
            </a:r>
          </a:p>
          <a:p>
            <a:pPr marL="285750" indent="-285750">
              <a:buFont typeface="Arial" panose="020B0604020202020204" pitchFamily="34" charset="0"/>
              <a:buChar char="•"/>
            </a:pPr>
            <a:r>
              <a:rPr lang="en-US" dirty="0"/>
              <a:t>The cable</a:t>
            </a:r>
          </a:p>
          <a:p>
            <a:pPr marL="285750" indent="-285750">
              <a:buFont typeface="Arial" panose="020B0604020202020204" pitchFamily="34" charset="0"/>
              <a:buChar char="•"/>
            </a:pPr>
            <a:r>
              <a:rPr lang="en-US" dirty="0"/>
              <a:t>The starter motor from a short circuit event.</a:t>
            </a:r>
          </a:p>
          <a:p>
            <a:pPr marL="285750" indent="-285750">
              <a:buFont typeface="Arial" panose="020B0604020202020204" pitchFamily="34" charset="0"/>
              <a:buChar char="•"/>
            </a:pPr>
            <a:r>
              <a:rPr lang="en-US" dirty="0"/>
              <a:t>The starter motor from overload current during cranking.</a:t>
            </a:r>
          </a:p>
          <a:p>
            <a:pPr marL="285750" indent="-285750">
              <a:buFont typeface="Arial" panose="020B0604020202020204" pitchFamily="34" charset="0"/>
              <a:buChar char="•"/>
            </a:pPr>
            <a:r>
              <a:rPr lang="en-US" dirty="0"/>
              <a:t>The low-voltage electrical load.</a:t>
            </a:r>
          </a:p>
          <a:p>
            <a:pPr marL="285750" indent="-285750">
              <a:buFont typeface="Arial" panose="020B0604020202020204" pitchFamily="34" charset="0"/>
              <a:buChar char="•"/>
            </a:pPr>
            <a:r>
              <a:rPr lang="en-US" dirty="0"/>
              <a:t>The cable from a short circuit event.</a:t>
            </a:r>
          </a:p>
          <a:p>
            <a:pPr marL="285750" indent="-285750">
              <a:buFont typeface="Arial" panose="020B0604020202020204" pitchFamily="34" charset="0"/>
              <a:buChar char="•"/>
            </a:pPr>
            <a:r>
              <a:rPr lang="en-US" dirty="0"/>
              <a:t>The vehicle</a:t>
            </a:r>
            <a:endParaRPr lang="en-AU" dirty="0"/>
          </a:p>
        </p:txBody>
      </p:sp>
      <p:sp>
        <p:nvSpPr>
          <p:cNvPr id="7" name="TextBox 6">
            <a:extLst>
              <a:ext uri="{FF2B5EF4-FFF2-40B4-BE49-F238E27FC236}">
                <a16:creationId xmlns:a16="http://schemas.microsoft.com/office/drawing/2014/main" id="{AB47854E-CAC1-656B-16CA-86D12F528387}"/>
              </a:ext>
            </a:extLst>
          </p:cNvPr>
          <p:cNvSpPr txBox="1"/>
          <p:nvPr/>
        </p:nvSpPr>
        <p:spPr>
          <a:xfrm>
            <a:off x="1039985" y="3462725"/>
            <a:ext cx="6958616" cy="369332"/>
          </a:xfrm>
          <a:prstGeom prst="rect">
            <a:avLst/>
          </a:prstGeom>
          <a:noFill/>
        </p:spPr>
        <p:txBody>
          <a:bodyPr wrap="square" rtlCol="0">
            <a:spAutoFit/>
          </a:bodyPr>
          <a:lstStyle/>
          <a:p>
            <a:r>
              <a:rPr lang="en-AU" b="1" dirty="0"/>
              <a:t>What can the developed fuse tool do?</a:t>
            </a:r>
          </a:p>
        </p:txBody>
      </p:sp>
      <p:sp>
        <p:nvSpPr>
          <p:cNvPr id="8" name="TextBox 7">
            <a:extLst>
              <a:ext uri="{FF2B5EF4-FFF2-40B4-BE49-F238E27FC236}">
                <a16:creationId xmlns:a16="http://schemas.microsoft.com/office/drawing/2014/main" id="{C1FB9BD2-0F83-08B8-FDA1-8ECB320F4952}"/>
              </a:ext>
            </a:extLst>
          </p:cNvPr>
          <p:cNvSpPr txBox="1"/>
          <p:nvPr/>
        </p:nvSpPr>
        <p:spPr>
          <a:xfrm>
            <a:off x="1039985" y="3993017"/>
            <a:ext cx="10112030" cy="1477328"/>
          </a:xfrm>
          <a:prstGeom prst="rect">
            <a:avLst/>
          </a:prstGeom>
          <a:noFill/>
        </p:spPr>
        <p:txBody>
          <a:bodyPr wrap="square" rtlCol="0">
            <a:spAutoFit/>
          </a:bodyPr>
          <a:lstStyle/>
          <a:p>
            <a:pPr algn="just"/>
            <a:r>
              <a:rPr lang="en-AU" dirty="0"/>
              <a:t>Here is a simplified version of what the tool can do</a:t>
            </a:r>
          </a:p>
          <a:p>
            <a:pPr algn="just"/>
            <a:endParaRPr lang="en-AU" dirty="0"/>
          </a:p>
          <a:p>
            <a:pPr marL="285750" indent="-285750" algn="just">
              <a:buFont typeface="Arial" panose="020B0604020202020204" pitchFamily="34" charset="0"/>
              <a:buChar char="•"/>
            </a:pPr>
            <a:r>
              <a:rPr lang="en-AU" dirty="0"/>
              <a:t>Checks what’s present in the vehicle against the electrical operational boundary conditions.</a:t>
            </a:r>
          </a:p>
          <a:p>
            <a:pPr marL="285750" indent="-285750" algn="just">
              <a:buFont typeface="Arial" panose="020B0604020202020204" pitchFamily="34" charset="0"/>
              <a:buChar char="•"/>
            </a:pPr>
            <a:r>
              <a:rPr lang="en-AU" dirty="0"/>
              <a:t>Suggests replacing the battery/ motor/ cable if it is operating beyond the boundary conditions.</a:t>
            </a:r>
          </a:p>
          <a:p>
            <a:pPr marL="285750" indent="-285750" algn="just">
              <a:buFont typeface="Arial" panose="020B0604020202020204" pitchFamily="34" charset="0"/>
              <a:buChar char="•"/>
            </a:pPr>
            <a:r>
              <a:rPr lang="en-AU" dirty="0"/>
              <a:t>Suggest what cable, and fuse best fits the application.</a:t>
            </a:r>
          </a:p>
        </p:txBody>
      </p:sp>
    </p:spTree>
    <p:extLst>
      <p:ext uri="{BB962C8B-B14F-4D97-AF65-F5344CB8AC3E}">
        <p14:creationId xmlns:p14="http://schemas.microsoft.com/office/powerpoint/2010/main" val="163955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F782D8-3C17-C68A-74A0-75A331A52F01}"/>
              </a:ext>
            </a:extLst>
          </p:cNvPr>
          <p:cNvSpPr txBox="1"/>
          <p:nvPr/>
        </p:nvSpPr>
        <p:spPr>
          <a:xfrm>
            <a:off x="1039985" y="259242"/>
            <a:ext cx="6958616" cy="369332"/>
          </a:xfrm>
          <a:prstGeom prst="rect">
            <a:avLst/>
          </a:prstGeom>
          <a:noFill/>
        </p:spPr>
        <p:txBody>
          <a:bodyPr wrap="square" rtlCol="0">
            <a:spAutoFit/>
          </a:bodyPr>
          <a:lstStyle/>
          <a:p>
            <a:r>
              <a:rPr lang="en-AU" b="1" dirty="0"/>
              <a:t>Let’s understand the Fusing and Cable requirements</a:t>
            </a:r>
          </a:p>
        </p:txBody>
      </p:sp>
      <p:sp>
        <p:nvSpPr>
          <p:cNvPr id="14" name="TextBox 13">
            <a:extLst>
              <a:ext uri="{FF2B5EF4-FFF2-40B4-BE49-F238E27FC236}">
                <a16:creationId xmlns:a16="http://schemas.microsoft.com/office/drawing/2014/main" id="{2D50594E-D2B4-E7B5-1C66-47F3094A51BF}"/>
              </a:ext>
            </a:extLst>
          </p:cNvPr>
          <p:cNvSpPr txBox="1"/>
          <p:nvPr/>
        </p:nvSpPr>
        <p:spPr>
          <a:xfrm>
            <a:off x="8576198" y="1814980"/>
            <a:ext cx="3282696" cy="2585323"/>
          </a:xfrm>
          <a:prstGeom prst="rect">
            <a:avLst/>
          </a:prstGeom>
          <a:noFill/>
        </p:spPr>
        <p:txBody>
          <a:bodyPr wrap="square" rtlCol="0">
            <a:spAutoFit/>
          </a:bodyPr>
          <a:lstStyle/>
          <a:p>
            <a:pPr algn="just"/>
            <a:r>
              <a:rPr lang="en-US" dirty="0"/>
              <a:t>In this example, the starter motor current is plotted against time, from when the engine is cranking to when it starts. We can see that the fuse and cable must meet three conditions.</a:t>
            </a:r>
          </a:p>
          <a:p>
            <a:pPr marL="285750" indent="-285750" algn="just">
              <a:buFont typeface="Arial" panose="020B0604020202020204" pitchFamily="34" charset="0"/>
              <a:buChar char="•"/>
            </a:pPr>
            <a:r>
              <a:rPr lang="en-AU" dirty="0"/>
              <a:t>Inrush current </a:t>
            </a:r>
          </a:p>
          <a:p>
            <a:pPr marL="285750" indent="-285750" algn="just">
              <a:buFont typeface="Arial" panose="020B0604020202020204" pitchFamily="34" charset="0"/>
              <a:buChar char="•"/>
            </a:pPr>
            <a:r>
              <a:rPr lang="en-AU" dirty="0"/>
              <a:t>Cranking current</a:t>
            </a:r>
          </a:p>
          <a:p>
            <a:pPr marL="285750" indent="-285750" algn="just">
              <a:buFont typeface="Arial" panose="020B0604020202020204" pitchFamily="34" charset="0"/>
              <a:buChar char="•"/>
            </a:pPr>
            <a:r>
              <a:rPr lang="en-AU" dirty="0"/>
              <a:t>Continuous load current</a:t>
            </a:r>
          </a:p>
        </p:txBody>
      </p:sp>
      <p:grpSp>
        <p:nvGrpSpPr>
          <p:cNvPr id="8" name="Group 7">
            <a:extLst>
              <a:ext uri="{FF2B5EF4-FFF2-40B4-BE49-F238E27FC236}">
                <a16:creationId xmlns:a16="http://schemas.microsoft.com/office/drawing/2014/main" id="{F26638B9-855C-F56C-9511-86F88CF1B875}"/>
              </a:ext>
            </a:extLst>
          </p:cNvPr>
          <p:cNvGrpSpPr/>
          <p:nvPr/>
        </p:nvGrpSpPr>
        <p:grpSpPr>
          <a:xfrm>
            <a:off x="0" y="765738"/>
            <a:ext cx="8576198" cy="5062571"/>
            <a:chOff x="0" y="765738"/>
            <a:chExt cx="8576198" cy="5062571"/>
          </a:xfrm>
        </p:grpSpPr>
        <p:pic>
          <p:nvPicPr>
            <p:cNvPr id="2049" name="Picture 18" descr="A graph showing a motor current&#10;&#10;Description automatically generated">
              <a:extLst>
                <a:ext uri="{FF2B5EF4-FFF2-40B4-BE49-F238E27FC236}">
                  <a16:creationId xmlns:a16="http://schemas.microsoft.com/office/drawing/2014/main" id="{1CD1803B-5CC6-5BD3-3BC4-EA1E7D718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5738"/>
              <a:ext cx="8576198" cy="5062571"/>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0A02BD0C-9DDA-AD61-103D-593813C529CC}"/>
                </a:ext>
              </a:extLst>
            </p:cNvPr>
            <p:cNvCxnSpPr>
              <a:cxnSpLocks/>
            </p:cNvCxnSpPr>
            <p:nvPr/>
          </p:nvCxnSpPr>
          <p:spPr>
            <a:xfrm>
              <a:off x="1417280" y="3520936"/>
              <a:ext cx="4252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Speech Bubble: Rectangle with Corners Rounded 5">
              <a:extLst>
                <a:ext uri="{FF2B5EF4-FFF2-40B4-BE49-F238E27FC236}">
                  <a16:creationId xmlns:a16="http://schemas.microsoft.com/office/drawing/2014/main" id="{B2607C73-BCD3-C251-2EB1-EBB0E13036AD}"/>
                </a:ext>
              </a:extLst>
            </p:cNvPr>
            <p:cNvSpPr>
              <a:spLocks noChangeArrowheads="1"/>
            </p:cNvSpPr>
            <p:nvPr/>
          </p:nvSpPr>
          <p:spPr bwMode="auto">
            <a:xfrm>
              <a:off x="2220533" y="4164597"/>
              <a:ext cx="1747964" cy="471412"/>
            </a:xfrm>
            <a:prstGeom prst="wedgeRoundRectCallout">
              <a:avLst>
                <a:gd name="adj1" fmla="val 10841"/>
                <a:gd name="adj2" fmla="val -178653"/>
                <a:gd name="adj3" fmla="val 16667"/>
              </a:avLst>
            </a:prstGeom>
            <a:solidFill>
              <a:srgbClr val="00B0F0"/>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Cranking current </a:t>
              </a:r>
              <a:r>
                <a:rPr kumimoji="0" lang="en-US" altLang="en-US" sz="1000" b="1" i="0" u="none" strike="noStrike" cap="none" normalizeH="0" baseline="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1000A</a:t>
              </a: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lasting for less than </a:t>
              </a:r>
              <a:r>
                <a:rPr kumimoji="0" lang="en-US" altLang="en-US" sz="1000" b="1" i="0" u="none" strike="noStrike" cap="none" normalizeH="0" baseline="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10 s</a:t>
              </a:r>
              <a:endParaRPr kumimoji="0" lang="en-US" altLang="en-US" sz="1800" b="1" i="0" u="none" strike="noStrike" cap="none" normalizeH="0" baseline="0">
                <a:ln>
                  <a:noFill/>
                </a:ln>
                <a:solidFill>
                  <a:schemeClr val="tx1"/>
                </a:solidFill>
                <a:effectLst/>
                <a:latin typeface="Arial" panose="020B0604020202020204" pitchFamily="34" charset="0"/>
              </a:endParaRPr>
            </a:p>
          </p:txBody>
        </p:sp>
        <p:sp>
          <p:nvSpPr>
            <p:cNvPr id="5" name="AutoShape 5">
              <a:extLst>
                <a:ext uri="{FF2B5EF4-FFF2-40B4-BE49-F238E27FC236}">
                  <a16:creationId xmlns:a16="http://schemas.microsoft.com/office/drawing/2014/main" id="{1B7286F1-4E70-0806-D408-D26FDAEF073A}"/>
                </a:ext>
              </a:extLst>
            </p:cNvPr>
            <p:cNvSpPr>
              <a:spLocks noChangeArrowheads="1"/>
            </p:cNvSpPr>
            <p:nvPr/>
          </p:nvSpPr>
          <p:spPr bwMode="auto">
            <a:xfrm>
              <a:off x="1978875" y="1213564"/>
              <a:ext cx="1989622" cy="717455"/>
            </a:xfrm>
            <a:prstGeom prst="wedgeRoundRectCallout">
              <a:avLst>
                <a:gd name="adj1" fmla="val -92780"/>
                <a:gd name="adj2" fmla="val -8616"/>
                <a:gd name="adj3" fmla="val 16667"/>
              </a:avLst>
            </a:prstGeom>
            <a:solidFill>
              <a:srgbClr val="00B0F0"/>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Inrush current </a:t>
              </a:r>
              <a:r>
                <a:rPr kumimoji="0" lang="en-US" altLang="en-US" sz="1000" b="1" i="0" u="none" strike="noStrike" cap="none" normalizeH="0" baseline="0" dirty="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2000A</a:t>
              </a:r>
              <a:r>
                <a:rPr kumimoji="0" lang="en-US" altLang="en-US" sz="1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lasting less than </a:t>
              </a:r>
              <a:r>
                <a:rPr kumimoji="0" lang="en-US" altLang="en-US" sz="1000" b="1" i="0" u="none" strike="noStrike" cap="none" normalizeH="0" baseline="0" dirty="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1 s</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cxnSp>
          <p:nvCxnSpPr>
            <p:cNvPr id="6" name="Straight Arrow Connector 5">
              <a:extLst>
                <a:ext uri="{FF2B5EF4-FFF2-40B4-BE49-F238E27FC236}">
                  <a16:creationId xmlns:a16="http://schemas.microsoft.com/office/drawing/2014/main" id="{D8729D75-B216-8EE5-5291-10E4A8A93DF5}"/>
                </a:ext>
              </a:extLst>
            </p:cNvPr>
            <p:cNvCxnSpPr/>
            <p:nvPr/>
          </p:nvCxnSpPr>
          <p:spPr>
            <a:xfrm>
              <a:off x="5915282" y="4853543"/>
              <a:ext cx="1621965" cy="5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AutoShape 3">
              <a:extLst>
                <a:ext uri="{FF2B5EF4-FFF2-40B4-BE49-F238E27FC236}">
                  <a16:creationId xmlns:a16="http://schemas.microsoft.com/office/drawing/2014/main" id="{8742E5A9-76C8-F70F-BE77-9DAF3DBCEE30}"/>
                </a:ext>
              </a:extLst>
            </p:cNvPr>
            <p:cNvSpPr>
              <a:spLocks noChangeArrowheads="1"/>
            </p:cNvSpPr>
            <p:nvPr/>
          </p:nvSpPr>
          <p:spPr bwMode="auto">
            <a:xfrm>
              <a:off x="6095999" y="3189549"/>
              <a:ext cx="1389169" cy="982092"/>
            </a:xfrm>
            <a:prstGeom prst="wedgeRoundRectCallout">
              <a:avLst>
                <a:gd name="adj1" fmla="val 8589"/>
                <a:gd name="adj2" fmla="val 108949"/>
                <a:gd name="adj3" fmla="val 16667"/>
              </a:avLst>
            </a:prstGeom>
            <a:solidFill>
              <a:srgbClr val="00B0F0"/>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Continuous load current </a:t>
              </a:r>
              <a:r>
                <a:rPr kumimoji="0" lang="en-US" altLang="en-US" sz="1000" b="1" i="0" u="none" strike="noStrike" cap="none" normalizeH="0" baseline="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150 A </a:t>
              </a: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demand after the engine starts</a:t>
              </a:r>
              <a:endParaRPr kumimoji="0" lang="en-US" altLang="en-US" sz="1800" b="1" i="0" u="none" strike="noStrike" cap="none" normalizeH="0" baseline="0">
                <a:ln>
                  <a:noFill/>
                </a:ln>
                <a:solidFill>
                  <a:schemeClr val="tx1"/>
                </a:solidFill>
                <a:effectLst/>
                <a:latin typeface="Arial" panose="020B0604020202020204" pitchFamily="34" charset="0"/>
              </a:endParaRPr>
            </a:p>
          </p:txBody>
        </p:sp>
        <p:cxnSp>
          <p:nvCxnSpPr>
            <p:cNvPr id="17" name="Straight Connector 16">
              <a:extLst>
                <a:ext uri="{FF2B5EF4-FFF2-40B4-BE49-F238E27FC236}">
                  <a16:creationId xmlns:a16="http://schemas.microsoft.com/office/drawing/2014/main" id="{84DA048E-670C-6327-51D9-4661A84F6760}"/>
                </a:ext>
              </a:extLst>
            </p:cNvPr>
            <p:cNvCxnSpPr/>
            <p:nvPr/>
          </p:nvCxnSpPr>
          <p:spPr>
            <a:xfrm>
              <a:off x="1133475" y="1514475"/>
              <a:ext cx="0" cy="3752850"/>
            </a:xfrm>
            <a:prstGeom prst="line">
              <a:avLst/>
            </a:prstGeom>
            <a:ln>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02960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a:extLst>
              <a:ext uri="{FF2B5EF4-FFF2-40B4-BE49-F238E27FC236}">
                <a16:creationId xmlns:a16="http://schemas.microsoft.com/office/drawing/2014/main" id="{AE809004-F5DD-8F00-55A0-68E683E21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5890" y="972836"/>
            <a:ext cx="5737225" cy="4221163"/>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Arrow Connector 1">
            <a:extLst>
              <a:ext uri="{FF2B5EF4-FFF2-40B4-BE49-F238E27FC236}">
                <a16:creationId xmlns:a16="http://schemas.microsoft.com/office/drawing/2014/main" id="{B284B235-EDD2-2702-04DB-08AA0708C276}"/>
              </a:ext>
            </a:extLst>
          </p:cNvPr>
          <p:cNvCxnSpPr/>
          <p:nvPr/>
        </p:nvCxnSpPr>
        <p:spPr>
          <a:xfrm flipH="1" flipV="1">
            <a:off x="2786380" y="3025791"/>
            <a:ext cx="2724785" cy="4508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0BEE83BC-15E6-D27A-C77B-F3864644ADDA}"/>
              </a:ext>
            </a:extLst>
          </p:cNvPr>
          <p:cNvCxnSpPr>
            <a:cxnSpLocks/>
          </p:cNvCxnSpPr>
          <p:nvPr/>
        </p:nvCxnSpPr>
        <p:spPr>
          <a:xfrm>
            <a:off x="5513959" y="3100403"/>
            <a:ext cx="0" cy="147161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Multiplication Sign 3">
            <a:extLst>
              <a:ext uri="{FF2B5EF4-FFF2-40B4-BE49-F238E27FC236}">
                <a16:creationId xmlns:a16="http://schemas.microsoft.com/office/drawing/2014/main" id="{A0703F4D-444C-0069-7C4B-DE25E2398AA9}"/>
              </a:ext>
            </a:extLst>
          </p:cNvPr>
          <p:cNvSpPr/>
          <p:nvPr/>
        </p:nvSpPr>
        <p:spPr>
          <a:xfrm>
            <a:off x="5330190" y="2851801"/>
            <a:ext cx="397510" cy="422910"/>
          </a:xfrm>
          <a:prstGeom prst="mathMultiply">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5" name="Speech Bubble: Rectangle with Corners Rounded 14">
            <a:extLst>
              <a:ext uri="{FF2B5EF4-FFF2-40B4-BE49-F238E27FC236}">
                <a16:creationId xmlns:a16="http://schemas.microsoft.com/office/drawing/2014/main" id="{DF0D9154-0ADE-D081-0C35-E78EFDCEB5BE}"/>
              </a:ext>
            </a:extLst>
          </p:cNvPr>
          <p:cNvSpPr>
            <a:spLocks noChangeArrowheads="1"/>
          </p:cNvSpPr>
          <p:nvPr/>
        </p:nvSpPr>
        <p:spPr bwMode="auto">
          <a:xfrm>
            <a:off x="438912" y="1876664"/>
            <a:ext cx="1155700" cy="671512"/>
          </a:xfrm>
          <a:prstGeom prst="wedgeRoundRectCallout">
            <a:avLst>
              <a:gd name="adj1" fmla="val 131494"/>
              <a:gd name="adj2" fmla="val 108204"/>
              <a:gd name="adj3" fmla="val 16667"/>
            </a:avLst>
          </a:prstGeom>
          <a:solidFill>
            <a:srgbClr val="00B0F0"/>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Lowest battery voltage Input cut-off</a:t>
            </a:r>
            <a:endParaRPr kumimoji="0" lang="en-US" altLang="en-US" sz="1800" b="1" i="0" u="none" strike="noStrike" cap="none" normalizeH="0" baseline="0">
              <a:ln>
                <a:noFill/>
              </a:ln>
              <a:solidFill>
                <a:schemeClr val="tx1"/>
              </a:solidFill>
              <a:effectLst/>
              <a:latin typeface="Arial" panose="020B0604020202020204" pitchFamily="34" charset="0"/>
            </a:endParaRPr>
          </a:p>
        </p:txBody>
      </p:sp>
      <p:sp>
        <p:nvSpPr>
          <p:cNvPr id="6" name="Oval 5">
            <a:extLst>
              <a:ext uri="{FF2B5EF4-FFF2-40B4-BE49-F238E27FC236}">
                <a16:creationId xmlns:a16="http://schemas.microsoft.com/office/drawing/2014/main" id="{DCDB5D7E-833E-E72A-2BF1-9A4812AA03BF}"/>
              </a:ext>
            </a:extLst>
          </p:cNvPr>
          <p:cNvSpPr/>
          <p:nvPr/>
        </p:nvSpPr>
        <p:spPr>
          <a:xfrm>
            <a:off x="2469642" y="2836243"/>
            <a:ext cx="379095" cy="37909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7" name="Oval 6">
            <a:extLst>
              <a:ext uri="{FF2B5EF4-FFF2-40B4-BE49-F238E27FC236}">
                <a16:creationId xmlns:a16="http://schemas.microsoft.com/office/drawing/2014/main" id="{1336CA79-0868-C1EE-CAED-6FEA6A679D06}"/>
              </a:ext>
            </a:extLst>
          </p:cNvPr>
          <p:cNvSpPr/>
          <p:nvPr/>
        </p:nvSpPr>
        <p:spPr>
          <a:xfrm>
            <a:off x="5333365" y="4572016"/>
            <a:ext cx="379095" cy="37909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8" name="AutoShape 8">
            <a:extLst>
              <a:ext uri="{FF2B5EF4-FFF2-40B4-BE49-F238E27FC236}">
                <a16:creationId xmlns:a16="http://schemas.microsoft.com/office/drawing/2014/main" id="{913DE8DE-AE3F-0004-B0CA-F1FF7B082710}"/>
              </a:ext>
            </a:extLst>
          </p:cNvPr>
          <p:cNvSpPr>
            <a:spLocks noChangeArrowheads="1"/>
          </p:cNvSpPr>
          <p:nvPr/>
        </p:nvSpPr>
        <p:spPr bwMode="auto">
          <a:xfrm>
            <a:off x="4951571" y="5327666"/>
            <a:ext cx="1119187" cy="479425"/>
          </a:xfrm>
          <a:prstGeom prst="wedgeRoundRectCallout">
            <a:avLst>
              <a:gd name="adj1" fmla="val 2868"/>
              <a:gd name="adj2" fmla="val -141264"/>
              <a:gd name="adj3" fmla="val 16667"/>
            </a:avLst>
          </a:prstGeom>
          <a:solidFill>
            <a:srgbClr val="00B0F0"/>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Max cranking current cut-off</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9" name="Rectangle 9">
            <a:extLst>
              <a:ext uri="{FF2B5EF4-FFF2-40B4-BE49-F238E27FC236}">
                <a16:creationId xmlns:a16="http://schemas.microsoft.com/office/drawing/2014/main" id="{19C88AEB-2171-1A59-D042-2F2FD7F29375}"/>
              </a:ext>
            </a:extLst>
          </p:cNvPr>
          <p:cNvSpPr>
            <a:spLocks noChangeArrowheads="1"/>
          </p:cNvSpPr>
          <p:nvPr/>
        </p:nvSpPr>
        <p:spPr bwMode="auto">
          <a:xfrm>
            <a:off x="438912" y="60350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3" name="TextBox 12">
            <a:extLst>
              <a:ext uri="{FF2B5EF4-FFF2-40B4-BE49-F238E27FC236}">
                <a16:creationId xmlns:a16="http://schemas.microsoft.com/office/drawing/2014/main" id="{55E70AF1-1C52-132A-21FB-4050D3F1A4A4}"/>
              </a:ext>
            </a:extLst>
          </p:cNvPr>
          <p:cNvSpPr txBox="1"/>
          <p:nvPr/>
        </p:nvSpPr>
        <p:spPr>
          <a:xfrm>
            <a:off x="777240" y="292611"/>
            <a:ext cx="9683496" cy="369332"/>
          </a:xfrm>
          <a:prstGeom prst="rect">
            <a:avLst/>
          </a:prstGeom>
          <a:noFill/>
        </p:spPr>
        <p:txBody>
          <a:bodyPr wrap="square" rtlCol="0">
            <a:spAutoFit/>
          </a:bodyPr>
          <a:lstStyle/>
          <a:p>
            <a:r>
              <a:rPr lang="en-US" b="1" dirty="0"/>
              <a:t>Let’s Understand the electrical and mechanical characteristics of 24V starter motors.</a:t>
            </a:r>
            <a:endParaRPr lang="en-AU" b="1" dirty="0"/>
          </a:p>
        </p:txBody>
      </p:sp>
      <p:sp>
        <p:nvSpPr>
          <p:cNvPr id="14" name="TextBox 13">
            <a:extLst>
              <a:ext uri="{FF2B5EF4-FFF2-40B4-BE49-F238E27FC236}">
                <a16:creationId xmlns:a16="http://schemas.microsoft.com/office/drawing/2014/main" id="{2399FA7C-8575-0189-9F0E-D30FEE7A112A}"/>
              </a:ext>
            </a:extLst>
          </p:cNvPr>
          <p:cNvSpPr txBox="1"/>
          <p:nvPr/>
        </p:nvSpPr>
        <p:spPr>
          <a:xfrm>
            <a:off x="7275577" y="1124712"/>
            <a:ext cx="4116380"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This graph shows a 50-MT starter motor, commonly used in heavy machinery that operates on a 24V electrical system.</a:t>
            </a:r>
          </a:p>
          <a:p>
            <a:pPr marL="285750" indent="-285750" algn="just">
              <a:buFont typeface="Arial" panose="020B0604020202020204" pitchFamily="34" charset="0"/>
              <a:buChar char="•"/>
            </a:pPr>
            <a:r>
              <a:rPr lang="en-US" sz="1600" dirty="0"/>
              <a:t> In such systems, 16V is the minimum voltage threshold; falling below this level can cause critical electrical components to fail or the machinery does not turn ON.</a:t>
            </a:r>
          </a:p>
          <a:p>
            <a:pPr marL="285750" indent="-285750" algn="just">
              <a:buFont typeface="Arial" panose="020B0604020202020204" pitchFamily="34" charset="0"/>
              <a:buChar char="•"/>
            </a:pPr>
            <a:r>
              <a:rPr lang="en-US" sz="1600" dirty="0"/>
              <a:t> This failure occurs because these components rely on a minimum voltage to maintain stable performance in onboard electronics, control systems, and other low-voltage subsystems. </a:t>
            </a:r>
          </a:p>
          <a:p>
            <a:pPr marL="285750" indent="-285750" algn="just">
              <a:buFont typeface="Arial" panose="020B0604020202020204" pitchFamily="34" charset="0"/>
              <a:buChar char="•"/>
            </a:pPr>
            <a:r>
              <a:rPr lang="en-US" sz="1600" dirty="0"/>
              <a:t>Hence, the cranking amps for 16V were obtained from the graph and set as one of the electrical boundary conditions.</a:t>
            </a:r>
            <a:endParaRPr lang="en-AU" sz="1600" dirty="0"/>
          </a:p>
        </p:txBody>
      </p:sp>
    </p:spTree>
    <p:extLst>
      <p:ext uri="{BB962C8B-B14F-4D97-AF65-F5344CB8AC3E}">
        <p14:creationId xmlns:p14="http://schemas.microsoft.com/office/powerpoint/2010/main" val="83108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DF06D7-1B43-F743-4BAD-B7BF9B6DD18F}"/>
              </a:ext>
            </a:extLst>
          </p:cNvPr>
          <p:cNvSpPr txBox="1"/>
          <p:nvPr/>
        </p:nvSpPr>
        <p:spPr>
          <a:xfrm>
            <a:off x="777240" y="292611"/>
            <a:ext cx="9683496" cy="369332"/>
          </a:xfrm>
          <a:prstGeom prst="rect">
            <a:avLst/>
          </a:prstGeom>
          <a:noFill/>
        </p:spPr>
        <p:txBody>
          <a:bodyPr wrap="square" rtlCol="0">
            <a:spAutoFit/>
          </a:bodyPr>
          <a:lstStyle/>
          <a:p>
            <a:r>
              <a:rPr lang="en-US" b="1"/>
              <a:t>Let’s Understand the welding cable’s current rating-based duty cycle from AS/NZ 1995:2003</a:t>
            </a:r>
            <a:endParaRPr lang="en-AU" b="1"/>
          </a:p>
        </p:txBody>
      </p:sp>
      <p:pic>
        <p:nvPicPr>
          <p:cNvPr id="4097" name="Picture 1" descr="A table with numbers and text&#10;&#10;Description automatically generated with medium confidence">
            <a:extLst>
              <a:ext uri="{FF2B5EF4-FFF2-40B4-BE49-F238E27FC236}">
                <a16:creationId xmlns:a16="http://schemas.microsoft.com/office/drawing/2014/main" id="{E0774583-391E-E4DC-2FF5-302393BCC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08" y="1417320"/>
            <a:ext cx="5638800" cy="36957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75824A2-F624-E8BA-B876-76B9316FFD38}"/>
              </a:ext>
            </a:extLst>
          </p:cNvPr>
          <p:cNvSpPr/>
          <p:nvPr/>
        </p:nvSpPr>
        <p:spPr>
          <a:xfrm>
            <a:off x="1214628" y="4258946"/>
            <a:ext cx="4236085" cy="229870"/>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5" name="Rectangle 4">
            <a:extLst>
              <a:ext uri="{FF2B5EF4-FFF2-40B4-BE49-F238E27FC236}">
                <a16:creationId xmlns:a16="http://schemas.microsoft.com/office/drawing/2014/main" id="{2B8FAE5E-7570-A061-195B-D00DE9F296A3}"/>
              </a:ext>
            </a:extLst>
          </p:cNvPr>
          <p:cNvSpPr/>
          <p:nvPr/>
        </p:nvSpPr>
        <p:spPr>
          <a:xfrm>
            <a:off x="4058793" y="2731770"/>
            <a:ext cx="528320" cy="1822450"/>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6" name="Speech Bubble: Rectangle with Corners Rounded 16">
            <a:extLst>
              <a:ext uri="{FF2B5EF4-FFF2-40B4-BE49-F238E27FC236}">
                <a16:creationId xmlns:a16="http://schemas.microsoft.com/office/drawing/2014/main" id="{87E23554-BD81-11E5-07B3-0C09BF98AE04}"/>
              </a:ext>
            </a:extLst>
          </p:cNvPr>
          <p:cNvSpPr>
            <a:spLocks noChangeArrowheads="1"/>
          </p:cNvSpPr>
          <p:nvPr/>
        </p:nvSpPr>
        <p:spPr bwMode="auto">
          <a:xfrm>
            <a:off x="5289264" y="1417320"/>
            <a:ext cx="1741488" cy="1219200"/>
          </a:xfrm>
          <a:prstGeom prst="wedgeRoundRectCallout">
            <a:avLst>
              <a:gd name="adj1" fmla="val -95245"/>
              <a:gd name="adj2" fmla="val 66579"/>
              <a:gd name="adj3" fmla="val 16667"/>
            </a:avLst>
          </a:prstGeom>
          <a:solidFill>
            <a:srgbClr val="00B0F0"/>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30% of a </a:t>
            </a:r>
            <a:r>
              <a:rPr kumimoji="0" lang="en-US" altLang="en-US" sz="1000" b="1" i="0" u="none" strike="noStrike" cap="none" normalizeH="0" baseline="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30-second </a:t>
            </a: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duty cycle means that the cable draws cranking current for </a:t>
            </a:r>
            <a:r>
              <a:rPr kumimoji="0" lang="en-US" altLang="en-US" sz="1000" b="1" i="0" u="none" strike="noStrike" cap="none" normalizeH="0" baseline="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9 seconds </a:t>
            </a: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and then cools for </a:t>
            </a:r>
            <a:r>
              <a:rPr kumimoji="0" lang="en-US" altLang="en-US" sz="1000" b="1" i="0" u="none" strike="noStrike" cap="none" normalizeH="0" baseline="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21 seconds </a:t>
            </a: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before another attempt.</a:t>
            </a:r>
            <a:endParaRPr kumimoji="0" lang="en-US" altLang="en-US" sz="1800" b="1" i="0" u="none" strike="noStrike" cap="none" normalizeH="0" baseline="0">
              <a:ln>
                <a:noFill/>
              </a:ln>
              <a:solidFill>
                <a:schemeClr val="tx1"/>
              </a:solidFill>
              <a:effectLst/>
              <a:latin typeface="Arial" panose="020B0604020202020204" pitchFamily="34" charset="0"/>
            </a:endParaRPr>
          </a:p>
        </p:txBody>
      </p:sp>
      <p:sp>
        <p:nvSpPr>
          <p:cNvPr id="8" name="Oval 7">
            <a:extLst>
              <a:ext uri="{FF2B5EF4-FFF2-40B4-BE49-F238E27FC236}">
                <a16:creationId xmlns:a16="http://schemas.microsoft.com/office/drawing/2014/main" id="{F31832C3-044C-1418-DA69-D78FE2778C7A}"/>
              </a:ext>
            </a:extLst>
          </p:cNvPr>
          <p:cNvSpPr/>
          <p:nvPr/>
        </p:nvSpPr>
        <p:spPr>
          <a:xfrm>
            <a:off x="4118864" y="4232274"/>
            <a:ext cx="379095" cy="37909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9" name="AutoShape 7">
            <a:extLst>
              <a:ext uri="{FF2B5EF4-FFF2-40B4-BE49-F238E27FC236}">
                <a16:creationId xmlns:a16="http://schemas.microsoft.com/office/drawing/2014/main" id="{64B819A9-17CD-2913-DBA8-C7E08EC8EB04}"/>
              </a:ext>
            </a:extLst>
          </p:cNvPr>
          <p:cNvSpPr>
            <a:spLocks noChangeArrowheads="1"/>
          </p:cNvSpPr>
          <p:nvPr/>
        </p:nvSpPr>
        <p:spPr bwMode="auto">
          <a:xfrm>
            <a:off x="4515358" y="5227320"/>
            <a:ext cx="1870710" cy="569972"/>
          </a:xfrm>
          <a:prstGeom prst="wedgeRoundRectCallout">
            <a:avLst>
              <a:gd name="adj1" fmla="val -60593"/>
              <a:gd name="adj2" fmla="val -184954"/>
              <a:gd name="adj3" fmla="val 16667"/>
            </a:avLst>
          </a:prstGeom>
          <a:solidFill>
            <a:srgbClr val="00B0F0"/>
          </a:solidFill>
          <a:ln w="12700">
            <a:solidFill>
              <a:srgbClr val="030E13"/>
            </a:solidFill>
            <a:miter lim="800000"/>
            <a:headEnd/>
            <a:tailEnd/>
          </a:ln>
        </p:spPr>
        <p:txBody>
          <a:bodyPr vert="horz" wrap="square" lIns="91440" tIns="45720" rIns="91440" bIns="45720" numCol="1" anchor="ctr"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A 120mm2 welding cable can only handle </a:t>
            </a:r>
            <a:r>
              <a:rPr kumimoji="0" lang="en-US" altLang="en-US" sz="1000" b="1" i="0" u="none" strike="noStrike" cap="none" normalizeH="0" baseline="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830A for 9s </a:t>
            </a:r>
            <a:endParaRPr kumimoji="0" lang="en-US" altLang="en-US" sz="1800" b="1" i="0" u="none" strike="noStrike" cap="none" normalizeH="0" baseline="0">
              <a:ln>
                <a:noFill/>
              </a:ln>
              <a:solidFill>
                <a:srgbClr val="FF0000"/>
              </a:solidFill>
              <a:effectLst/>
              <a:latin typeface="Arial" panose="020B0604020202020204" pitchFamily="34" charset="0"/>
            </a:endParaRPr>
          </a:p>
        </p:txBody>
      </p:sp>
      <p:sp>
        <p:nvSpPr>
          <p:cNvPr id="10" name="Rectangle 9">
            <a:extLst>
              <a:ext uri="{FF2B5EF4-FFF2-40B4-BE49-F238E27FC236}">
                <a16:creationId xmlns:a16="http://schemas.microsoft.com/office/drawing/2014/main" id="{01F85E50-CEE6-DD43-637F-2A58D4BB8203}"/>
              </a:ext>
            </a:extLst>
          </p:cNvPr>
          <p:cNvSpPr>
            <a:spLocks noChangeArrowheads="1"/>
          </p:cNvSpPr>
          <p:nvPr/>
        </p:nvSpPr>
        <p:spPr bwMode="auto">
          <a:xfrm>
            <a:off x="521208" y="96012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1" name="Rectangle 13">
            <a:extLst>
              <a:ext uri="{FF2B5EF4-FFF2-40B4-BE49-F238E27FC236}">
                <a16:creationId xmlns:a16="http://schemas.microsoft.com/office/drawing/2014/main" id="{42A42341-FEDB-7D2C-CE98-EE43D79AF293}"/>
              </a:ext>
            </a:extLst>
          </p:cNvPr>
          <p:cNvSpPr>
            <a:spLocks noChangeArrowheads="1"/>
          </p:cNvSpPr>
          <p:nvPr/>
        </p:nvSpPr>
        <p:spPr bwMode="auto">
          <a:xfrm>
            <a:off x="521208" y="14173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2" name="Rectangle 14">
            <a:extLst>
              <a:ext uri="{FF2B5EF4-FFF2-40B4-BE49-F238E27FC236}">
                <a16:creationId xmlns:a16="http://schemas.microsoft.com/office/drawing/2014/main" id="{3F59398F-298F-2BD8-49D8-0DE0EBA5300E}"/>
              </a:ext>
            </a:extLst>
          </p:cNvPr>
          <p:cNvSpPr>
            <a:spLocks noChangeArrowheads="1"/>
          </p:cNvSpPr>
          <p:nvPr/>
        </p:nvSpPr>
        <p:spPr bwMode="auto">
          <a:xfrm>
            <a:off x="521208" y="51130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1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11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n-AU" altLang="en-US"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641F15F1-1DB7-BDD6-E34D-F3CABB52C352}"/>
              </a:ext>
            </a:extLst>
          </p:cNvPr>
          <p:cNvSpPr txBox="1"/>
          <p:nvPr/>
        </p:nvSpPr>
        <p:spPr>
          <a:xfrm>
            <a:off x="7137177" y="1103838"/>
            <a:ext cx="4393121" cy="4278094"/>
          </a:xfrm>
          <a:prstGeom prst="rect">
            <a:avLst/>
          </a:prstGeom>
          <a:noFill/>
        </p:spPr>
        <p:txBody>
          <a:bodyPr wrap="square" rtlCol="0">
            <a:spAutoFit/>
          </a:bodyPr>
          <a:lstStyle/>
          <a:p>
            <a:pPr marL="285750" indent="-285750" algn="just">
              <a:buFont typeface="Arial" panose="020B0604020202020204" pitchFamily="34" charset="0"/>
              <a:buChar char="•"/>
            </a:pPr>
            <a:r>
              <a:rPr lang="en-US" sz="1600"/>
              <a:t>In the AZ/NZ 1995:2002 welding cable standard, there are three tables outlining duty cycles: 30 seconds, 5 minutes, and 10 minutes.</a:t>
            </a:r>
          </a:p>
          <a:p>
            <a:pPr marL="285750" indent="-285750" algn="just">
              <a:buFont typeface="Arial" panose="020B0604020202020204" pitchFamily="34" charset="0"/>
              <a:buChar char="•"/>
            </a:pPr>
            <a:r>
              <a:rPr lang="en-US" sz="1600"/>
              <a:t> When we focus on the 30-second duty cycle for cranking, we can estimate how much current a 120 mm² cable can handle for 10 seconds.</a:t>
            </a:r>
          </a:p>
          <a:p>
            <a:pPr marL="285750" indent="-285750" algn="just">
              <a:buFont typeface="Arial" panose="020B0604020202020204" pitchFamily="34" charset="0"/>
              <a:buChar char="•"/>
            </a:pPr>
            <a:r>
              <a:rPr lang="en-US" sz="1600"/>
              <a:t> Although the table does not specify the performance at a 33% duty cycle—where the current is drawn for 10 seconds followed by a 20-second cooling period, we can interpolate the value, which is approximately 782 A. </a:t>
            </a:r>
          </a:p>
          <a:p>
            <a:pPr marL="285750" indent="-285750" algn="just">
              <a:buFont typeface="Arial" panose="020B0604020202020204" pitchFamily="34" charset="0"/>
              <a:buChar char="•"/>
            </a:pPr>
            <a:r>
              <a:rPr lang="en-US" sz="1600"/>
              <a:t>To handle 1000 A, the duty cycle required is roughly 19.37%, corresponding to a duration of about 5 seconds.</a:t>
            </a:r>
            <a:endParaRPr lang="en-AU" sz="1600"/>
          </a:p>
        </p:txBody>
      </p:sp>
    </p:spTree>
    <p:extLst>
      <p:ext uri="{BB962C8B-B14F-4D97-AF65-F5344CB8AC3E}">
        <p14:creationId xmlns:p14="http://schemas.microsoft.com/office/powerpoint/2010/main" val="1720685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C42C3F5-721E-7DEF-79D5-8512787C73DE}"/>
              </a:ext>
            </a:extLst>
          </p:cNvPr>
          <p:cNvPicPr>
            <a:picLocks noChangeAspect="1"/>
          </p:cNvPicPr>
          <p:nvPr/>
        </p:nvPicPr>
        <p:blipFill>
          <a:blip r:embed="rId2"/>
          <a:stretch>
            <a:fillRect/>
          </a:stretch>
        </p:blipFill>
        <p:spPr>
          <a:xfrm>
            <a:off x="756401" y="958746"/>
            <a:ext cx="3454570" cy="2115924"/>
          </a:xfrm>
          <a:prstGeom prst="rect">
            <a:avLst/>
          </a:prstGeom>
        </p:spPr>
      </p:pic>
      <p:sp>
        <p:nvSpPr>
          <p:cNvPr id="4" name="TextBox 3">
            <a:extLst>
              <a:ext uri="{FF2B5EF4-FFF2-40B4-BE49-F238E27FC236}">
                <a16:creationId xmlns:a16="http://schemas.microsoft.com/office/drawing/2014/main" id="{736F475F-3DB7-ED49-E0A4-DA7D7FC6D7D1}"/>
              </a:ext>
            </a:extLst>
          </p:cNvPr>
          <p:cNvSpPr txBox="1"/>
          <p:nvPr/>
        </p:nvSpPr>
        <p:spPr>
          <a:xfrm>
            <a:off x="777240" y="292611"/>
            <a:ext cx="9683496" cy="369332"/>
          </a:xfrm>
          <a:prstGeom prst="rect">
            <a:avLst/>
          </a:prstGeom>
          <a:noFill/>
        </p:spPr>
        <p:txBody>
          <a:bodyPr wrap="square" rtlCol="0">
            <a:spAutoFit/>
          </a:bodyPr>
          <a:lstStyle/>
          <a:p>
            <a:r>
              <a:rPr lang="en-US" b="1"/>
              <a:t>Let’s Understand what the slow blow low voltage fuses can do. </a:t>
            </a:r>
            <a:endParaRPr lang="en-AU" b="1"/>
          </a:p>
        </p:txBody>
      </p:sp>
      <p:pic>
        <p:nvPicPr>
          <p:cNvPr id="7" name="Picture 6">
            <a:extLst>
              <a:ext uri="{FF2B5EF4-FFF2-40B4-BE49-F238E27FC236}">
                <a16:creationId xmlns:a16="http://schemas.microsoft.com/office/drawing/2014/main" id="{892A4699-E79D-96AC-9B4F-7BC126C60868}"/>
              </a:ext>
            </a:extLst>
          </p:cNvPr>
          <p:cNvPicPr>
            <a:picLocks noChangeAspect="1"/>
          </p:cNvPicPr>
          <p:nvPr/>
        </p:nvPicPr>
        <p:blipFill>
          <a:blip r:embed="rId3"/>
          <a:stretch>
            <a:fillRect/>
          </a:stretch>
        </p:blipFill>
        <p:spPr>
          <a:xfrm>
            <a:off x="4405638" y="968044"/>
            <a:ext cx="2475738" cy="2334267"/>
          </a:xfrm>
          <a:prstGeom prst="rect">
            <a:avLst/>
          </a:prstGeom>
        </p:spPr>
      </p:pic>
      <p:sp>
        <p:nvSpPr>
          <p:cNvPr id="9" name="Rectangle 8">
            <a:extLst>
              <a:ext uri="{FF2B5EF4-FFF2-40B4-BE49-F238E27FC236}">
                <a16:creationId xmlns:a16="http://schemas.microsoft.com/office/drawing/2014/main" id="{136785A4-0574-4706-57A7-F4FEFFD0A8F7}"/>
              </a:ext>
            </a:extLst>
          </p:cNvPr>
          <p:cNvSpPr/>
          <p:nvPr/>
        </p:nvSpPr>
        <p:spPr>
          <a:xfrm>
            <a:off x="4405638" y="2447924"/>
            <a:ext cx="2271387" cy="18003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10" name="Rectangle 9">
            <a:extLst>
              <a:ext uri="{FF2B5EF4-FFF2-40B4-BE49-F238E27FC236}">
                <a16:creationId xmlns:a16="http://schemas.microsoft.com/office/drawing/2014/main" id="{A3381C49-E545-B57F-1359-FC4B0F643EF8}"/>
              </a:ext>
            </a:extLst>
          </p:cNvPr>
          <p:cNvSpPr/>
          <p:nvPr/>
        </p:nvSpPr>
        <p:spPr>
          <a:xfrm rot="5400000">
            <a:off x="5767431" y="1718366"/>
            <a:ext cx="1034844" cy="784344"/>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14" name="Rectangle 13">
            <a:extLst>
              <a:ext uri="{FF2B5EF4-FFF2-40B4-BE49-F238E27FC236}">
                <a16:creationId xmlns:a16="http://schemas.microsoft.com/office/drawing/2014/main" id="{5151F27E-B77B-AA4F-69A8-3570339F9175}"/>
              </a:ext>
            </a:extLst>
          </p:cNvPr>
          <p:cNvSpPr/>
          <p:nvPr/>
        </p:nvSpPr>
        <p:spPr>
          <a:xfrm>
            <a:off x="892450" y="2834006"/>
            <a:ext cx="1117326" cy="240664"/>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15" name="Rectangle 14">
            <a:extLst>
              <a:ext uri="{FF2B5EF4-FFF2-40B4-BE49-F238E27FC236}">
                <a16:creationId xmlns:a16="http://schemas.microsoft.com/office/drawing/2014/main" id="{C99FC735-7FB5-82E8-2FA4-BDC7484CD3C8}"/>
              </a:ext>
            </a:extLst>
          </p:cNvPr>
          <p:cNvSpPr/>
          <p:nvPr/>
        </p:nvSpPr>
        <p:spPr>
          <a:xfrm rot="5400000">
            <a:off x="1154428" y="2233585"/>
            <a:ext cx="1331598" cy="350572"/>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pic>
        <p:nvPicPr>
          <p:cNvPr id="18" name="Picture 17">
            <a:extLst>
              <a:ext uri="{FF2B5EF4-FFF2-40B4-BE49-F238E27FC236}">
                <a16:creationId xmlns:a16="http://schemas.microsoft.com/office/drawing/2014/main" id="{6AD5CC36-3DA6-9EB2-DDEF-E2BD157AD045}"/>
              </a:ext>
            </a:extLst>
          </p:cNvPr>
          <p:cNvPicPr>
            <a:picLocks noChangeAspect="1"/>
          </p:cNvPicPr>
          <p:nvPr/>
        </p:nvPicPr>
        <p:blipFill>
          <a:blip r:embed="rId4"/>
          <a:stretch>
            <a:fillRect/>
          </a:stretch>
        </p:blipFill>
        <p:spPr>
          <a:xfrm>
            <a:off x="529590" y="3783328"/>
            <a:ext cx="6734138" cy="1394243"/>
          </a:xfrm>
          <a:prstGeom prst="rect">
            <a:avLst/>
          </a:prstGeom>
        </p:spPr>
      </p:pic>
      <p:sp>
        <p:nvSpPr>
          <p:cNvPr id="21" name="Rectangle 20">
            <a:extLst>
              <a:ext uri="{FF2B5EF4-FFF2-40B4-BE49-F238E27FC236}">
                <a16:creationId xmlns:a16="http://schemas.microsoft.com/office/drawing/2014/main" id="{5A7837FE-ED3A-08FD-F145-FA4A036AE6BC}"/>
              </a:ext>
            </a:extLst>
          </p:cNvPr>
          <p:cNvSpPr/>
          <p:nvPr/>
        </p:nvSpPr>
        <p:spPr>
          <a:xfrm>
            <a:off x="532352" y="5016602"/>
            <a:ext cx="6525673" cy="19053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22" name="Rectangle 21">
            <a:extLst>
              <a:ext uri="{FF2B5EF4-FFF2-40B4-BE49-F238E27FC236}">
                <a16:creationId xmlns:a16="http://schemas.microsoft.com/office/drawing/2014/main" id="{C9E8EF7A-B986-12D8-865C-9DF3E4BCF543}"/>
              </a:ext>
            </a:extLst>
          </p:cNvPr>
          <p:cNvSpPr/>
          <p:nvPr/>
        </p:nvSpPr>
        <p:spPr>
          <a:xfrm rot="5400000">
            <a:off x="6064562" y="4207970"/>
            <a:ext cx="1205568" cy="762000"/>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23" name="Oval 22">
            <a:extLst>
              <a:ext uri="{FF2B5EF4-FFF2-40B4-BE49-F238E27FC236}">
                <a16:creationId xmlns:a16="http://schemas.microsoft.com/office/drawing/2014/main" id="{22D97698-D937-BD8F-47E1-259D149F5563}"/>
              </a:ext>
            </a:extLst>
          </p:cNvPr>
          <p:cNvSpPr/>
          <p:nvPr/>
        </p:nvSpPr>
        <p:spPr>
          <a:xfrm>
            <a:off x="1664259" y="2764790"/>
            <a:ext cx="379095" cy="37909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24" name="Oval 23">
            <a:extLst>
              <a:ext uri="{FF2B5EF4-FFF2-40B4-BE49-F238E27FC236}">
                <a16:creationId xmlns:a16="http://schemas.microsoft.com/office/drawing/2014/main" id="{B5EB512D-4EBD-C17C-EB71-FD76387F5884}"/>
              </a:ext>
            </a:extLst>
          </p:cNvPr>
          <p:cNvSpPr/>
          <p:nvPr/>
        </p:nvSpPr>
        <p:spPr>
          <a:xfrm>
            <a:off x="6017001" y="2337766"/>
            <a:ext cx="508133" cy="35733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25" name="Oval 24">
            <a:extLst>
              <a:ext uri="{FF2B5EF4-FFF2-40B4-BE49-F238E27FC236}">
                <a16:creationId xmlns:a16="http://schemas.microsoft.com/office/drawing/2014/main" id="{B9A0EA02-0E76-0855-332E-21AC0167973E}"/>
              </a:ext>
            </a:extLst>
          </p:cNvPr>
          <p:cNvSpPr/>
          <p:nvPr/>
        </p:nvSpPr>
        <p:spPr>
          <a:xfrm>
            <a:off x="6284853" y="5016602"/>
            <a:ext cx="838508" cy="20393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26" name="TextBox 25">
            <a:extLst>
              <a:ext uri="{FF2B5EF4-FFF2-40B4-BE49-F238E27FC236}">
                <a16:creationId xmlns:a16="http://schemas.microsoft.com/office/drawing/2014/main" id="{ACB028F6-B86F-8387-6DE5-1FC824F32CE9}"/>
              </a:ext>
            </a:extLst>
          </p:cNvPr>
          <p:cNvSpPr txBox="1"/>
          <p:nvPr/>
        </p:nvSpPr>
        <p:spPr>
          <a:xfrm>
            <a:off x="7651358" y="1643509"/>
            <a:ext cx="4254892" cy="3693319"/>
          </a:xfrm>
          <a:prstGeom prst="rect">
            <a:avLst/>
          </a:prstGeom>
          <a:noFill/>
        </p:spPr>
        <p:txBody>
          <a:bodyPr wrap="square" rtlCol="0">
            <a:spAutoFit/>
          </a:bodyPr>
          <a:lstStyle/>
          <a:p>
            <a:pPr algn="just"/>
            <a:r>
              <a:rPr lang="en-US"/>
              <a:t>There were limited options for slow-blow fuses, and here is an example of a fuse that partially satisfies the requirements.</a:t>
            </a:r>
          </a:p>
          <a:p>
            <a:pPr algn="just"/>
            <a:endParaRPr lang="en-US"/>
          </a:p>
          <a:p>
            <a:pPr algn="just"/>
            <a:r>
              <a:rPr lang="en-US"/>
              <a:t>Let us consider the 500A fuse; here is what it can handle.</a:t>
            </a:r>
            <a:endParaRPr lang="en-AU"/>
          </a:p>
          <a:p>
            <a:pPr marL="285750" indent="-285750" algn="just">
              <a:buFont typeface="Arial" panose="020B0604020202020204" pitchFamily="34" charset="0"/>
              <a:buChar char="•"/>
            </a:pPr>
            <a:r>
              <a:rPr lang="en-AU"/>
              <a:t>Short circuit current : 256MA for 8 ms.</a:t>
            </a:r>
          </a:p>
          <a:p>
            <a:pPr marL="285750" indent="-285750" algn="just">
              <a:buFont typeface="Arial" panose="020B0604020202020204" pitchFamily="34" charset="0"/>
              <a:buChar char="•"/>
            </a:pPr>
            <a:r>
              <a:rPr lang="en-AU"/>
              <a:t>Inrush current: 2000A for ~0.8 s.</a:t>
            </a:r>
          </a:p>
          <a:p>
            <a:pPr marL="285750" indent="-285750" algn="just">
              <a:buFont typeface="Arial" panose="020B0604020202020204" pitchFamily="34" charset="0"/>
              <a:buChar char="•"/>
            </a:pPr>
            <a:r>
              <a:rPr lang="en-AU"/>
              <a:t>Cranking current: 1000A between 1 to 15 seconds</a:t>
            </a:r>
          </a:p>
          <a:p>
            <a:pPr marL="285750" indent="-285750" algn="just">
              <a:buFont typeface="Arial" panose="020B0604020202020204" pitchFamily="34" charset="0"/>
              <a:buChar char="•"/>
            </a:pPr>
            <a:r>
              <a:rPr lang="en-AU"/>
              <a:t>Continuous current: 359A during cold ambient conditions.</a:t>
            </a:r>
          </a:p>
          <a:p>
            <a:pPr marL="285750" indent="-285750" algn="just">
              <a:buFont typeface="Arial" panose="020B0604020202020204" pitchFamily="34" charset="0"/>
              <a:buChar char="•"/>
            </a:pPr>
            <a:endParaRPr lang="en-AU"/>
          </a:p>
        </p:txBody>
      </p:sp>
    </p:spTree>
    <p:extLst>
      <p:ext uri="{BB962C8B-B14F-4D97-AF65-F5344CB8AC3E}">
        <p14:creationId xmlns:p14="http://schemas.microsoft.com/office/powerpoint/2010/main" val="45987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CDB924-93AB-BE01-C74A-F9850C933C8D}"/>
              </a:ext>
            </a:extLst>
          </p:cNvPr>
          <p:cNvSpPr txBox="1"/>
          <p:nvPr/>
        </p:nvSpPr>
        <p:spPr>
          <a:xfrm>
            <a:off x="777240" y="292611"/>
            <a:ext cx="9683496" cy="369332"/>
          </a:xfrm>
          <a:prstGeom prst="rect">
            <a:avLst/>
          </a:prstGeom>
          <a:noFill/>
        </p:spPr>
        <p:txBody>
          <a:bodyPr wrap="square" rtlCol="0">
            <a:spAutoFit/>
          </a:bodyPr>
          <a:lstStyle/>
          <a:p>
            <a:r>
              <a:rPr lang="en-US" b="1"/>
              <a:t>Now, What is the dilemma?</a:t>
            </a:r>
          </a:p>
        </p:txBody>
      </p:sp>
      <p:sp>
        <p:nvSpPr>
          <p:cNvPr id="6" name="TextBox 5">
            <a:extLst>
              <a:ext uri="{FF2B5EF4-FFF2-40B4-BE49-F238E27FC236}">
                <a16:creationId xmlns:a16="http://schemas.microsoft.com/office/drawing/2014/main" id="{0D2FEF56-1FF2-5120-C639-D9FBC136D8BB}"/>
              </a:ext>
            </a:extLst>
          </p:cNvPr>
          <p:cNvSpPr txBox="1"/>
          <p:nvPr/>
        </p:nvSpPr>
        <p:spPr>
          <a:xfrm>
            <a:off x="629530" y="883784"/>
            <a:ext cx="10932940" cy="3077766"/>
          </a:xfrm>
          <a:prstGeom prst="rect">
            <a:avLst/>
          </a:prstGeom>
          <a:noFill/>
        </p:spPr>
        <p:txBody>
          <a:bodyPr wrap="square" rtlCol="0">
            <a:spAutoFit/>
          </a:bodyPr>
          <a:lstStyle/>
          <a:p>
            <a:pPr marL="285750" indent="-285750">
              <a:buFont typeface="Arial" panose="020B0604020202020204" pitchFamily="34" charset="0"/>
              <a:buChar char="•"/>
            </a:pPr>
            <a:r>
              <a:rPr lang="en-AU" sz="1600"/>
              <a:t> Why doesn’t the manufacturer fuse the starting circuit?</a:t>
            </a:r>
          </a:p>
          <a:p>
            <a:endParaRPr lang="en-AU" sz="1600"/>
          </a:p>
          <a:p>
            <a:pPr marL="742950" lvl="1" indent="-285750">
              <a:buFont typeface="Arial" panose="020B0604020202020204" pitchFamily="34" charset="0"/>
              <a:buChar char="•"/>
            </a:pPr>
            <a:r>
              <a:rPr lang="en-US" sz="1600"/>
              <a:t>Fusing a starter motor could be counterproductive in applications where immediate operation is critical.</a:t>
            </a:r>
          </a:p>
          <a:p>
            <a:pPr marL="742950" lvl="1" indent="-285750">
              <a:buFont typeface="Arial" panose="020B0604020202020204" pitchFamily="34" charset="0"/>
              <a:buChar char="•"/>
            </a:pPr>
            <a:r>
              <a:rPr lang="en-US" sz="1600"/>
              <a:t>Starter motors draw significantly higher currents during startup, which can blow a fuse.</a:t>
            </a:r>
            <a:endParaRPr lang="en-AU" sz="1600"/>
          </a:p>
          <a:p>
            <a:endParaRPr lang="en-AU" sz="1600"/>
          </a:p>
          <a:p>
            <a:pPr marL="285750" indent="-285750" algn="just">
              <a:buFont typeface="Arial" panose="020B0604020202020204" pitchFamily="34" charset="0"/>
              <a:buChar char="•"/>
            </a:pPr>
            <a:r>
              <a:rPr lang="en-US" sz="1600"/>
              <a:t>We cannot protect the starter motor and the cable simultaneously during the cranking event. The fuses currently available on the market do not meet these requirements.</a:t>
            </a:r>
          </a:p>
          <a:p>
            <a:pPr marL="285750" indent="-285750">
              <a:buFont typeface="Arial" panose="020B0604020202020204" pitchFamily="34" charset="0"/>
              <a:buChar char="•"/>
            </a:pPr>
            <a:r>
              <a:rPr lang="en-US" sz="1600"/>
              <a:t>The fuse will not be able to withstand the cranking time required during servicing, such as when bleeding fuel.</a:t>
            </a:r>
            <a:endParaRPr lang="en-AU" sz="1600"/>
          </a:p>
          <a:p>
            <a:pPr marL="285750" indent="-285750" algn="just">
              <a:buFont typeface="Arial" panose="020B0604020202020204" pitchFamily="34" charset="0"/>
              <a:buChar char="•"/>
            </a:pPr>
            <a:r>
              <a:rPr lang="en-US" sz="1600"/>
              <a:t>Even if we continue fusing the starting circuit, other factors could lead to a thermal event or other undesirable situations. These include the battery or starter motor reaching the end of its lifespan, loose battery cable connections, and worn-out cables.</a:t>
            </a:r>
            <a:endParaRPr lang="en-AU" sz="1600"/>
          </a:p>
          <a:p>
            <a:endParaRPr lang="en-AU"/>
          </a:p>
        </p:txBody>
      </p:sp>
    </p:spTree>
    <p:extLst>
      <p:ext uri="{BB962C8B-B14F-4D97-AF65-F5344CB8AC3E}">
        <p14:creationId xmlns:p14="http://schemas.microsoft.com/office/powerpoint/2010/main" val="39953321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48B394A967824C9B935BBA2352C3E8" ma:contentTypeVersion="15" ma:contentTypeDescription="Create a new document." ma:contentTypeScope="" ma:versionID="fed6c8c0c1ec548fd1c60682750553b5">
  <xsd:schema xmlns:xsd="http://www.w3.org/2001/XMLSchema" xmlns:xs="http://www.w3.org/2001/XMLSchema" xmlns:p="http://schemas.microsoft.com/office/2006/metadata/properties" xmlns:ns2="457f5058-81e3-4071-a6ca-987b21a887fa" xmlns:ns3="3d09576e-96e4-4b5e-9c0c-20bf8641ddab" targetNamespace="http://schemas.microsoft.com/office/2006/metadata/properties" ma:root="true" ma:fieldsID="89864f4d9b41b53ded2bb168b64f2019" ns2:_="" ns3:_="">
    <xsd:import namespace="457f5058-81e3-4071-a6ca-987b21a887fa"/>
    <xsd:import namespace="3d09576e-96e4-4b5e-9c0c-20bf8641dd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7f5058-81e3-4071-a6ca-987b21a887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5a80fd7-8f0c-438a-a486-9dc9bce9c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2"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d09576e-96e4-4b5e-9c0c-20bf8641dda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f12dae-51e7-448b-b372-3fb018b37941}" ma:internalName="TaxCatchAll" ma:showField="CatchAllData" ma:web="3d09576e-96e4-4b5e-9c0c-20bf8641ddab">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d09576e-96e4-4b5e-9c0c-20bf8641ddab" xsi:nil="true"/>
    <lcf76f155ced4ddcb4097134ff3c332f xmlns="457f5058-81e3-4071-a6ca-987b21a887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1FF70BC-A0A0-4157-9E65-6B3B89D4DB7E}"/>
</file>

<file path=customXml/itemProps2.xml><?xml version="1.0" encoding="utf-8"?>
<ds:datastoreItem xmlns:ds="http://schemas.openxmlformats.org/officeDocument/2006/customXml" ds:itemID="{CBA266CD-DB8D-472C-B2B6-77513138728E}">
  <ds:schemaRefs>
    <ds:schemaRef ds:uri="http://schemas.microsoft.com/sharepoint/v3/contenttype/forms"/>
  </ds:schemaRefs>
</ds:datastoreItem>
</file>

<file path=customXml/itemProps3.xml><?xml version="1.0" encoding="utf-8"?>
<ds:datastoreItem xmlns:ds="http://schemas.openxmlformats.org/officeDocument/2006/customXml" ds:itemID="{2910DFB3-5EA2-4D23-AE19-100D410099D5}"/>
</file>

<file path=docProps/app.xml><?xml version="1.0" encoding="utf-8"?>
<Properties xmlns="http://schemas.openxmlformats.org/officeDocument/2006/extended-properties" xmlns:vt="http://schemas.openxmlformats.org/officeDocument/2006/docPropsVTypes">
  <TotalTime>1355</TotalTime>
  <Words>713</Words>
  <Application>Microsoft Office PowerPoint</Application>
  <PresentationFormat>Widescreen</PresentationFormat>
  <Paragraphs>58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Blossom Fernandez</dc:creator>
  <cp:lastModifiedBy>Nicholas Gardner</cp:lastModifiedBy>
  <cp:revision>1</cp:revision>
  <dcterms:created xsi:type="dcterms:W3CDTF">2024-10-18T00:17:53Z</dcterms:created>
  <dcterms:modified xsi:type="dcterms:W3CDTF">2024-10-22T02:07:02Z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0x0101001848B394A967824C9B935BBA2352C3E8</vt:lpwstr>
  </property>
</Properties>
</file>